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handoutMasterIdLst>
    <p:handoutMasterId r:id="rId13"/>
  </p:handoutMasterIdLst>
  <p:sldIdLst>
    <p:sldId id="256" r:id="rId5"/>
    <p:sldId id="276" r:id="rId6"/>
    <p:sldId id="279" r:id="rId7"/>
    <p:sldId id="277" r:id="rId8"/>
    <p:sldId id="261" r:id="rId9"/>
    <p:sldId id="278" r:id="rId10"/>
    <p:sldId id="27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1"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76DAD"/>
    <a:srgbClr val="0D78C9"/>
    <a:srgbClr val="024C84"/>
    <a:srgbClr val="993200"/>
    <a:srgbClr val="4D4E44"/>
    <a:srgbClr val="176338"/>
    <a:srgbClr val="0F5D3F"/>
    <a:srgbClr val="ABC8D1"/>
    <a:srgbClr val="1B3049"/>
    <a:srgbClr val="5D3E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22" autoAdjust="0"/>
    <p:restoredTop sz="90981" autoAdjust="0"/>
  </p:normalViewPr>
  <p:slideViewPr>
    <p:cSldViewPr>
      <p:cViewPr varScale="1">
        <p:scale>
          <a:sx n="77" d="100"/>
          <a:sy n="77" d="100"/>
        </p:scale>
        <p:origin x="52" y="36"/>
      </p:cViewPr>
      <p:guideLst>
        <p:guide orient="horz" pos="2160"/>
        <p:guide pos="384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95" d="100"/>
          <a:sy n="95" d="100"/>
        </p:scale>
        <p:origin x="-292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F993C83-2184-4286-ABE1-941A40B40C8F}" type="datetimeFigureOut">
              <a:rPr lang="en-US" smtClean="0"/>
              <a:pPr/>
              <a:t>8/4/2026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7603001-E0F2-47E5-A338-816CC267AF60}" type="slidenum">
              <a:rPr lang="en-US" smtClean="0"/>
              <a:pPr/>
              <a:t>‹#›</a:t>
            </a:fld>
            <a:endParaRPr lang="en-US"/>
          </a:p>
        </p:txBody>
      </p:sp>
    </p:spTree>
    <p:extLst>
      <p:ext uri="{BB962C8B-B14F-4D97-AF65-F5344CB8AC3E}">
        <p14:creationId xmlns:p14="http://schemas.microsoft.com/office/powerpoint/2010/main" val="2153657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053241F-7ED4-45AC-844C-15DB0D5F9CCD}" type="datetimeFigureOut">
              <a:rPr lang="en-US" smtClean="0"/>
              <a:pPr/>
              <a:t>8/4/2026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73B8C3-A209-4A55-9261-22C2A02B3159}" type="slidenum">
              <a:rPr lang="en-US" smtClean="0"/>
              <a:pPr/>
              <a:t>‹#›</a:t>
            </a:fld>
            <a:endParaRPr lang="en-US"/>
          </a:p>
        </p:txBody>
      </p:sp>
    </p:spTree>
    <p:extLst>
      <p:ext uri="{BB962C8B-B14F-4D97-AF65-F5344CB8AC3E}">
        <p14:creationId xmlns:p14="http://schemas.microsoft.com/office/powerpoint/2010/main" val="1744081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Background" descr="bluemesh.jpg"/>
          <p:cNvPicPr>
            <a:picLocks noChangeAspect="1"/>
          </p:cNvPicPr>
          <p:nvPr userDrawn="1"/>
        </p:nvPicPr>
        <p:blipFill>
          <a:blip r:embed="rId2" cstate="print"/>
          <a:stretch>
            <a:fillRect/>
          </a:stretch>
        </p:blipFill>
        <p:spPr>
          <a:xfrm>
            <a:off x="-4067" y="1287"/>
            <a:ext cx="12209092" cy="6856713"/>
          </a:xfrm>
          <a:prstGeom prst="rect">
            <a:avLst/>
          </a:prstGeom>
        </p:spPr>
      </p:pic>
      <p:sp>
        <p:nvSpPr>
          <p:cNvPr id="21" name="Title"/>
          <p:cNvSpPr>
            <a:spLocks noGrp="1"/>
          </p:cNvSpPr>
          <p:nvPr>
            <p:ph type="ctrTitle"/>
          </p:nvPr>
        </p:nvSpPr>
        <p:spPr>
          <a:xfrm>
            <a:off x="914400" y="914400"/>
            <a:ext cx="10363200" cy="1828800"/>
          </a:xfrm>
        </p:spPr>
        <p:txBody>
          <a:bodyPr/>
          <a:lstStyle>
            <a:lvl1pPr algn="l">
              <a:defRPr sz="3200" b="0">
                <a:solidFill>
                  <a:schemeClr val="tx2"/>
                </a:solidFill>
              </a:defRPr>
            </a:lvl1pPr>
          </a:lstStyle>
          <a:p>
            <a:r>
              <a:rPr lang="en-US"/>
              <a:t>Click to edit Master title style</a:t>
            </a:r>
            <a:endParaRPr lang="en-US" dirty="0"/>
          </a:p>
        </p:txBody>
      </p:sp>
      <p:sp>
        <p:nvSpPr>
          <p:cNvPr id="22" name="Subtitle"/>
          <p:cNvSpPr>
            <a:spLocks noGrp="1"/>
          </p:cNvSpPr>
          <p:nvPr>
            <p:ph type="subTitle" idx="1"/>
          </p:nvPr>
        </p:nvSpPr>
        <p:spPr>
          <a:xfrm>
            <a:off x="914400" y="3203577"/>
            <a:ext cx="10363200" cy="987425"/>
          </a:xfrm>
        </p:spPr>
        <p:txBody>
          <a:bodyPr>
            <a:normAutofit/>
          </a:bodyPr>
          <a:lstStyle>
            <a:lvl1pPr marL="0" indent="0" algn="l">
              <a:buNone/>
              <a:defRPr sz="1604" b="0">
                <a:solidFill>
                  <a:schemeClr val="tx1"/>
                </a:solidFill>
              </a:defRPr>
            </a:lvl1pPr>
            <a:lvl2pPr marL="458343" indent="0" algn="ctr">
              <a:buNone/>
              <a:defRPr>
                <a:solidFill>
                  <a:schemeClr val="tx1">
                    <a:tint val="75000"/>
                  </a:schemeClr>
                </a:solidFill>
              </a:defRPr>
            </a:lvl2pPr>
            <a:lvl3pPr marL="916686" indent="0" algn="ctr">
              <a:buNone/>
              <a:defRPr>
                <a:solidFill>
                  <a:schemeClr val="tx1">
                    <a:tint val="75000"/>
                  </a:schemeClr>
                </a:solidFill>
              </a:defRPr>
            </a:lvl3pPr>
            <a:lvl4pPr marL="1375029" indent="0" algn="ctr">
              <a:buNone/>
              <a:defRPr>
                <a:solidFill>
                  <a:schemeClr val="tx1">
                    <a:tint val="75000"/>
                  </a:schemeClr>
                </a:solidFill>
              </a:defRPr>
            </a:lvl4pPr>
            <a:lvl5pPr marL="1833372" indent="0" algn="ctr">
              <a:buNone/>
              <a:defRPr>
                <a:solidFill>
                  <a:schemeClr val="tx1">
                    <a:tint val="75000"/>
                  </a:schemeClr>
                </a:solidFill>
              </a:defRPr>
            </a:lvl5pPr>
            <a:lvl6pPr marL="2291715" indent="0" algn="ctr">
              <a:buNone/>
              <a:defRPr>
                <a:solidFill>
                  <a:schemeClr val="tx1">
                    <a:tint val="75000"/>
                  </a:schemeClr>
                </a:solidFill>
              </a:defRPr>
            </a:lvl6pPr>
            <a:lvl7pPr marL="2750058" indent="0" algn="ctr">
              <a:buNone/>
              <a:defRPr>
                <a:solidFill>
                  <a:schemeClr val="tx1">
                    <a:tint val="75000"/>
                  </a:schemeClr>
                </a:solidFill>
              </a:defRPr>
            </a:lvl7pPr>
            <a:lvl8pPr marL="3208401" indent="0" algn="ctr">
              <a:buNone/>
              <a:defRPr>
                <a:solidFill>
                  <a:schemeClr val="tx1">
                    <a:tint val="75000"/>
                  </a:schemeClr>
                </a:solidFill>
              </a:defRPr>
            </a:lvl8pPr>
            <a:lvl9pPr marL="3666744" indent="0" algn="ctr">
              <a:buNone/>
              <a:defRPr>
                <a:solidFill>
                  <a:schemeClr val="tx1">
                    <a:tint val="75000"/>
                  </a:schemeClr>
                </a:solidFill>
              </a:defRPr>
            </a:lvl9pPr>
          </a:lstStyle>
          <a:p>
            <a:r>
              <a:rPr lang="en-US"/>
              <a:t>Click to edit Master subtitle style</a:t>
            </a:r>
            <a:endParaRPr lang="en-US" dirty="0"/>
          </a:p>
        </p:txBody>
      </p:sp>
      <p:sp>
        <p:nvSpPr>
          <p:cNvPr id="23" name="Copyright"/>
          <p:cNvSpPr txBox="1"/>
          <p:nvPr userDrawn="1"/>
        </p:nvSpPr>
        <p:spPr>
          <a:xfrm>
            <a:off x="10227052" y="6527630"/>
            <a:ext cx="2438400" cy="246221"/>
          </a:xfrm>
          <a:prstGeom prst="rect">
            <a:avLst/>
          </a:prstGeom>
          <a:noFill/>
        </p:spPr>
        <p:txBody>
          <a:bodyPr wrap="square" rtlCol="0">
            <a:spAutoFit/>
          </a:bodyPr>
          <a:lstStyle/>
          <a:p>
            <a:r>
              <a:rPr lang="en-US" sz="1003" dirty="0">
                <a:solidFill>
                  <a:schemeClr val="bg1"/>
                </a:solidFill>
                <a:latin typeface="Arial" pitchFamily="34" charset="0"/>
                <a:cs typeface="Arial" pitchFamily="34" charset="0"/>
              </a:rPr>
              <a:t>© </a:t>
            </a:r>
            <a:fld id="{4CF97C35-4C2E-2E4D-BF4F-33D4304D171C}" type="datetimeyyyy">
              <a:rPr lang="en-US" sz="1003" smtClean="0">
                <a:solidFill>
                  <a:schemeClr val="bg1"/>
                </a:solidFill>
                <a:latin typeface="Arial" pitchFamily="34" charset="0"/>
                <a:cs typeface="Arial" pitchFamily="34" charset="0"/>
              </a:rPr>
              <a:t>2026</a:t>
            </a:fld>
            <a:r>
              <a:rPr lang="en-US" sz="1003" dirty="0">
                <a:solidFill>
                  <a:schemeClr val="bg1"/>
                </a:solidFill>
                <a:latin typeface="Arial" pitchFamily="34" charset="0"/>
                <a:cs typeface="Arial" pitchFamily="34" charset="0"/>
              </a:rPr>
              <a:t> The MathWorks, Inc.</a:t>
            </a:r>
          </a:p>
        </p:txBody>
      </p:sp>
      <p:sp>
        <p:nvSpPr>
          <p:cNvPr id="24" name="Confidential"/>
          <p:cNvSpPr txBox="1"/>
          <p:nvPr userDrawn="1"/>
        </p:nvSpPr>
        <p:spPr>
          <a:xfrm>
            <a:off x="165101" y="6526334"/>
            <a:ext cx="2032000" cy="261610"/>
          </a:xfrm>
          <a:prstGeom prst="rect">
            <a:avLst/>
          </a:prstGeom>
          <a:noFill/>
        </p:spPr>
        <p:txBody>
          <a:bodyPr wrap="square" rtlCol="0">
            <a:spAutoFit/>
          </a:bodyPr>
          <a:lstStyle/>
          <a:p>
            <a:pPr algn="l"/>
            <a:r>
              <a:rPr lang="en-US" sz="1103" b="0" spc="120" baseline="0" dirty="0">
                <a:solidFill>
                  <a:schemeClr val="bg1"/>
                </a:solidFill>
                <a:latin typeface="Arial" pitchFamily="34" charset="0"/>
                <a:cs typeface="Arial" pitchFamily="34" charset="0"/>
              </a:rPr>
              <a:t>CONFIDENTIAL</a:t>
            </a:r>
          </a:p>
        </p:txBody>
      </p:sp>
      <p:cxnSp>
        <p:nvCxnSpPr>
          <p:cNvPr id="26" name="GrayLine"/>
          <p:cNvCxnSpPr/>
          <p:nvPr userDrawn="1"/>
        </p:nvCxnSpPr>
        <p:spPr>
          <a:xfrm>
            <a:off x="-4067" y="4376652"/>
            <a:ext cx="12209092" cy="0"/>
          </a:xfrm>
          <a:prstGeom prst="line">
            <a:avLst/>
          </a:prstGeom>
          <a:ln w="57150">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9" name="Logo" descr="09_MW_logo_CMYK_REV.png"/>
          <p:cNvPicPr>
            <a:picLocks noChangeAspect="1"/>
          </p:cNvPicPr>
          <p:nvPr userDrawn="1"/>
        </p:nvPicPr>
        <p:blipFill>
          <a:blip r:embed="rId3" cstate="print"/>
          <a:stretch>
            <a:fillRect/>
          </a:stretch>
        </p:blipFill>
        <p:spPr>
          <a:xfrm>
            <a:off x="10330729" y="141137"/>
            <a:ext cx="1620665" cy="32059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609601" y="457200"/>
            <a:ext cx="10769600" cy="990600"/>
          </a:xfrm>
        </p:spPr>
        <p:txBody>
          <a:bodyPr/>
          <a:lstStyle>
            <a:lvl1pPr>
              <a:defRPr sz="2800" baseline="0">
                <a:solidFill>
                  <a:schemeClr val="tx2"/>
                </a:solidFill>
              </a:defRPr>
            </a:lvl1pPr>
          </a:lstStyle>
          <a:p>
            <a:r>
              <a:rPr lang="en-US"/>
              <a:t>Click to edit Master title style</a:t>
            </a:r>
            <a:endParaRPr lang="en-US" dirty="0"/>
          </a:p>
        </p:txBody>
      </p:sp>
      <p:sp>
        <p:nvSpPr>
          <p:cNvPr id="3" name="Content"/>
          <p:cNvSpPr>
            <a:spLocks noGrp="1"/>
          </p:cNvSpPr>
          <p:nvPr>
            <p:ph idx="1"/>
          </p:nvPr>
        </p:nvSpPr>
        <p:spPr>
          <a:xfrm>
            <a:off x="609601" y="1600200"/>
            <a:ext cx="10769600" cy="4648200"/>
          </a:xfrm>
        </p:spPr>
        <p:txBody>
          <a:bodyPr/>
          <a:lstStyle>
            <a:lvl1pPr>
              <a:buSzPct val="75000"/>
              <a:defRPr sz="2400"/>
            </a:lvl1pPr>
            <a:lvl2pPr>
              <a:lnSpc>
                <a:spcPct val="105000"/>
              </a:lnSpc>
              <a:defRPr sz="2000"/>
            </a:lvl2pPr>
            <a:lvl3pPr>
              <a:lnSpc>
                <a:spcPct val="105000"/>
              </a:lnSpc>
              <a:buSzPct val="75000"/>
              <a:defRPr sz="1604"/>
            </a:lvl3pPr>
            <a:lvl4pPr>
              <a:lnSpc>
                <a:spcPct val="105000"/>
              </a:lnSpc>
              <a:defRPr/>
            </a:lvl4pPr>
            <a:lvl5pPr>
              <a:lnSpc>
                <a:spcPct val="105000"/>
              </a:lnSpc>
              <a:defRPr/>
            </a:lvl5p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609601" y="457200"/>
            <a:ext cx="10769600" cy="990600"/>
          </a:xfrm>
        </p:spPr>
        <p:txBody>
          <a:bodyPr/>
          <a:lstStyle/>
          <a:p>
            <a:r>
              <a:rPr lang="en-US"/>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eature">
    <p:spTree>
      <p:nvGrpSpPr>
        <p:cNvPr id="1" name=""/>
        <p:cNvGrpSpPr/>
        <p:nvPr/>
      </p:nvGrpSpPr>
      <p:grpSpPr>
        <a:xfrm>
          <a:off x="0" y="0"/>
          <a:ext cx="0" cy="0"/>
          <a:chOff x="0" y="0"/>
          <a:chExt cx="0" cy="0"/>
        </a:xfrm>
      </p:grpSpPr>
      <p:sp>
        <p:nvSpPr>
          <p:cNvPr id="10" name="Title"/>
          <p:cNvSpPr>
            <a:spLocks noGrp="1"/>
          </p:cNvSpPr>
          <p:nvPr>
            <p:ph type="title"/>
          </p:nvPr>
        </p:nvSpPr>
        <p:spPr>
          <a:xfrm>
            <a:off x="609600" y="457200"/>
            <a:ext cx="9448800" cy="990600"/>
          </a:xfrm>
        </p:spPr>
        <p:txBody>
          <a:bodyPr anchor="t" anchorCtr="0"/>
          <a:lstStyle>
            <a:lvl1pPr algn="l">
              <a:defRPr sz="2800" b="0">
                <a:solidFill>
                  <a:schemeClr val="tx2"/>
                </a:solidFill>
              </a:defRPr>
            </a:lvl1pPr>
          </a:lstStyle>
          <a:p>
            <a:r>
              <a:rPr lang="en-US"/>
              <a:t>Click to edit Master title style</a:t>
            </a:r>
            <a:endParaRPr lang="en-US" dirty="0"/>
          </a:p>
        </p:txBody>
      </p:sp>
      <p:sp>
        <p:nvSpPr>
          <p:cNvPr id="11" name="Content"/>
          <p:cNvSpPr>
            <a:spLocks noGrp="1"/>
          </p:cNvSpPr>
          <p:nvPr>
            <p:ph sz="half" idx="10" hasCustomPrompt="1"/>
          </p:nvPr>
        </p:nvSpPr>
        <p:spPr>
          <a:xfrm>
            <a:off x="609600" y="2819400"/>
            <a:ext cx="5080001" cy="3200400"/>
          </a:xfrm>
        </p:spPr>
        <p:txBody>
          <a:bodyPr/>
          <a:lstStyle>
            <a:lvl1pPr>
              <a:buClr>
                <a:srgbClr val="125687"/>
              </a:buClr>
              <a:buSzTx/>
              <a:defRPr sz="1800" baseline="0"/>
            </a:lvl1pPr>
            <a:lvl2pPr>
              <a:defRPr sz="1604"/>
            </a:lvl2pPr>
            <a:lvl3pPr>
              <a:buNone/>
              <a:defRPr sz="1604"/>
            </a:lvl3pPr>
            <a:lvl4pPr>
              <a:defRPr sz="1805"/>
            </a:lvl4pPr>
            <a:lvl5pPr>
              <a:defRPr sz="1805"/>
            </a:lvl5pPr>
            <a:lvl6pPr>
              <a:defRPr sz="1805"/>
            </a:lvl6pPr>
            <a:lvl7pPr>
              <a:defRPr sz="1805"/>
            </a:lvl7pPr>
            <a:lvl8pPr>
              <a:defRPr sz="1805"/>
            </a:lvl8pPr>
            <a:lvl9pPr>
              <a:defRPr sz="1805"/>
            </a:lvl9pPr>
          </a:lstStyle>
          <a:p>
            <a:pPr lvl="0">
              <a:buClr>
                <a:srgbClr val="125687"/>
              </a:buClr>
              <a:buSzTx/>
            </a:pPr>
            <a:r>
              <a:rPr lang="en-US" dirty="0"/>
              <a:t>Click to add b</a:t>
            </a:r>
            <a:r>
              <a:rPr lang="en-US" sz="1805" dirty="0">
                <a:solidFill>
                  <a:prstClr val="black"/>
                </a:solidFill>
              </a:rPr>
              <a:t>rief summary and benefits of feature (ideally three bullets)</a:t>
            </a:r>
          </a:p>
          <a:p>
            <a:pPr lvl="1"/>
            <a:r>
              <a:rPr lang="en-US" dirty="0"/>
              <a:t>Second level</a:t>
            </a:r>
          </a:p>
        </p:txBody>
      </p:sp>
      <p:sp>
        <p:nvSpPr>
          <p:cNvPr id="13" name="Headlines"/>
          <p:cNvSpPr>
            <a:spLocks noGrp="1"/>
          </p:cNvSpPr>
          <p:nvPr>
            <p:ph type="body" sz="quarter" idx="11" hasCustomPrompt="1"/>
          </p:nvPr>
        </p:nvSpPr>
        <p:spPr>
          <a:xfrm>
            <a:off x="609600" y="1600200"/>
            <a:ext cx="5080001" cy="838200"/>
          </a:xfrm>
        </p:spPr>
        <p:txBody>
          <a:bodyPr anchor="t"/>
          <a:lstStyle>
            <a:lvl1pPr marL="0" indent="0" algn="l">
              <a:buNone/>
              <a:defRPr lang="en-US" sz="2000" b="0" kern="1200" baseline="0" dirty="0" smtClean="0">
                <a:solidFill>
                  <a:schemeClr val="tx1"/>
                </a:solidFill>
                <a:latin typeface="Arial" pitchFamily="34" charset="0"/>
                <a:ea typeface="+mn-ea"/>
                <a:cs typeface="Arial" pitchFamily="34" charset="0"/>
              </a:defRPr>
            </a:lvl1pPr>
          </a:lstStyle>
          <a:p>
            <a:pPr lvl="0"/>
            <a:r>
              <a:rPr lang="en-US" dirty="0"/>
              <a:t>Click to add headline</a:t>
            </a:r>
            <a:r>
              <a:rPr lang="en-US" sz="2005" b="1" dirty="0">
                <a:solidFill>
                  <a:prstClr val="black"/>
                </a:solidFill>
              </a:rPr>
              <a:t> providing value of feature</a:t>
            </a:r>
            <a:endParaRPr lang="en-US" dirty="0"/>
          </a:p>
        </p:txBody>
      </p:sp>
      <p:sp>
        <p:nvSpPr>
          <p:cNvPr id="14" name="ProductName"/>
          <p:cNvSpPr>
            <a:spLocks noGrp="1"/>
          </p:cNvSpPr>
          <p:nvPr>
            <p:ph type="body" sz="half" idx="12" hasCustomPrompt="1"/>
          </p:nvPr>
        </p:nvSpPr>
        <p:spPr>
          <a:xfrm>
            <a:off x="609601" y="6172200"/>
            <a:ext cx="5473700" cy="533400"/>
          </a:xfrm>
        </p:spPr>
        <p:txBody>
          <a:bodyPr anchor="b" anchorCtr="0"/>
          <a:lstStyle>
            <a:lvl1pPr marL="230763" indent="-229172">
              <a:buClrTx/>
              <a:buSzPct val="125000"/>
              <a:buFont typeface="Courier New" pitchFamily="49" charset="0"/>
              <a:buChar char="»"/>
              <a:defRPr sz="1604" b="0">
                <a:latin typeface="Courier New" pitchFamily="49" charset="0"/>
                <a:cs typeface="Courier New" pitchFamily="49" charset="0"/>
              </a:defRPr>
            </a:lvl1pPr>
          </a:lstStyle>
          <a:p>
            <a:pPr lvl="0"/>
            <a:r>
              <a:rPr lang="en-US" dirty="0"/>
              <a:t>Click to add </a:t>
            </a:r>
            <a:r>
              <a:rPr lang="en-US" sz="1604" dirty="0" err="1">
                <a:latin typeface="Courier New" pitchFamily="49" charset="0"/>
                <a:cs typeface="Courier New" pitchFamily="49" charset="0"/>
              </a:rPr>
              <a:t>product_example_name</a:t>
            </a:r>
            <a:r>
              <a:rPr lang="en-US" sz="1604" dirty="0">
                <a:latin typeface="Courier New" pitchFamily="49" charset="0"/>
                <a:cs typeface="Courier New" pitchFamily="49" charset="0"/>
              </a:rPr>
              <a:t>.</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963084" y="1914527"/>
            <a:ext cx="10363200" cy="1362075"/>
          </a:xfrm>
        </p:spPr>
        <p:txBody>
          <a:bodyPr anchor="t"/>
          <a:lstStyle>
            <a:lvl1pPr algn="ctr">
              <a:defRPr sz="3200" b="0" cap="none">
                <a:solidFill>
                  <a:schemeClr val="tx2"/>
                </a:solidFill>
              </a:defRPr>
            </a:lvl1pPr>
          </a:lstStyle>
          <a:p>
            <a:r>
              <a:rPr lang="en-US" dirty="0"/>
              <a:t>Click to edit Section Header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609601" y="457200"/>
            <a:ext cx="10769600" cy="990600"/>
          </a:xfrm>
        </p:spPr>
        <p:txBody>
          <a:bodyPr/>
          <a:lstStyle>
            <a:lvl1pPr>
              <a:defRPr>
                <a:solidFill>
                  <a:schemeClr val="tx2"/>
                </a:solidFill>
              </a:defRPr>
            </a:lvl1pPr>
          </a:lstStyle>
          <a:p>
            <a:r>
              <a:rPr lang="en-US"/>
              <a:t>Click to edit Master title style</a:t>
            </a:r>
            <a:endParaRPr lang="en-US" dirty="0"/>
          </a:p>
        </p:txBody>
      </p:sp>
      <p:sp>
        <p:nvSpPr>
          <p:cNvPr id="3" name="LeftContent"/>
          <p:cNvSpPr>
            <a:spLocks noGrp="1"/>
          </p:cNvSpPr>
          <p:nvPr>
            <p:ph sz="half" idx="1"/>
          </p:nvPr>
        </p:nvSpPr>
        <p:spPr>
          <a:xfrm>
            <a:off x="609601"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
        <p:nvSpPr>
          <p:cNvPr id="4" name="RightContent"/>
          <p:cNvSpPr>
            <a:spLocks noGrp="1"/>
          </p:cNvSpPr>
          <p:nvPr>
            <p:ph sz="half" idx="2"/>
          </p:nvPr>
        </p:nvSpPr>
        <p:spPr>
          <a:xfrm>
            <a:off x="6197601"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Content"/>
          <p:cNvSpPr txBox="1">
            <a:spLocks noChangeArrowheads="1"/>
          </p:cNvSpPr>
          <p:nvPr userDrawn="1"/>
        </p:nvSpPr>
        <p:spPr bwMode="auto">
          <a:xfrm>
            <a:off x="607484" y="1600200"/>
            <a:ext cx="10765536" cy="4648200"/>
          </a:xfrm>
          <a:prstGeom prst="rect">
            <a:avLst/>
          </a:prstGeom>
          <a:noFill/>
          <a:ln w="9525">
            <a:noFill/>
            <a:miter lim="800000"/>
            <a:headEnd/>
            <a:tailEnd/>
          </a:ln>
          <a:effectLst/>
        </p:spPr>
        <p:txBody>
          <a:bodyPr wrap="none"/>
          <a:lstStyle/>
          <a:p>
            <a:pPr marL="342166" lvl="0" indent="-342166">
              <a:buClr>
                <a:schemeClr val="tx2"/>
              </a:buClr>
              <a:buSzPct val="75000"/>
              <a:buFont typeface="Wingdings" pitchFamily="2" charset="2"/>
              <a:buChar char="§"/>
              <a:tabLst>
                <a:tab pos="458343" algn="l"/>
              </a:tabLst>
            </a:pPr>
            <a:r>
              <a:rPr lang="en-US" sz="2400" dirty="0">
                <a:latin typeface="Arial" pitchFamily="34" charset="0"/>
                <a:cs typeface="Arial" pitchFamily="34" charset="0"/>
              </a:rPr>
              <a:t>Edit</a:t>
            </a:r>
            <a:r>
              <a:rPr lang="en-US" sz="2400" baseline="0" dirty="0">
                <a:latin typeface="Arial" pitchFamily="34" charset="0"/>
                <a:cs typeface="Arial" pitchFamily="34" charset="0"/>
              </a:rPr>
              <a:t> in Slide Master view to e</a:t>
            </a:r>
            <a:r>
              <a:rPr lang="en-US" sz="2400" dirty="0">
                <a:latin typeface="Arial" pitchFamily="34" charset="0"/>
                <a:cs typeface="Arial" pitchFamily="34" charset="0"/>
              </a:rPr>
              <a:t>nter agenda items</a:t>
            </a:r>
          </a:p>
          <a:p>
            <a:pPr marL="342166" lvl="0" indent="-342166">
              <a:buClr>
                <a:schemeClr val="tx2"/>
              </a:buClr>
              <a:buSzPct val="75000"/>
              <a:buFont typeface="Wingdings" pitchFamily="2" charset="2"/>
              <a:buChar char="§"/>
              <a:tabLst>
                <a:tab pos="458343" algn="l"/>
              </a:tabLst>
            </a:pPr>
            <a:r>
              <a:rPr lang="en-US" sz="2400" dirty="0">
                <a:latin typeface="Arial" pitchFamily="34" charset="0"/>
                <a:cs typeface="Arial" pitchFamily="34" charset="0"/>
              </a:rPr>
              <a:t>Bullet 2</a:t>
            </a:r>
          </a:p>
          <a:p>
            <a:pPr marL="342166" lvl="0" indent="-342166">
              <a:buClr>
                <a:schemeClr val="tx2"/>
              </a:buClr>
              <a:buSzPct val="75000"/>
              <a:buFont typeface="Wingdings" pitchFamily="2" charset="2"/>
              <a:buChar char="§"/>
              <a:tabLst>
                <a:tab pos="458343" algn="l"/>
              </a:tabLst>
            </a:pPr>
            <a:r>
              <a:rPr lang="en-US" sz="2400" dirty="0">
                <a:latin typeface="Arial" pitchFamily="34" charset="0"/>
                <a:cs typeface="Arial" pitchFamily="34" charset="0"/>
              </a:rPr>
              <a:t>Bullet</a:t>
            </a:r>
            <a:r>
              <a:rPr lang="en-US" sz="2400" baseline="0" dirty="0">
                <a:latin typeface="Arial" pitchFamily="34" charset="0"/>
                <a:cs typeface="Arial" pitchFamily="34" charset="0"/>
              </a:rPr>
              <a:t> 3</a:t>
            </a:r>
          </a:p>
          <a:p>
            <a:pPr marL="342166" lvl="0" indent="-342166">
              <a:buClr>
                <a:schemeClr val="tx2"/>
              </a:buClr>
              <a:buSzPct val="75000"/>
              <a:buFont typeface="Wingdings" pitchFamily="2" charset="2"/>
              <a:buChar char="§"/>
              <a:tabLst>
                <a:tab pos="458343" algn="l"/>
              </a:tabLst>
            </a:pPr>
            <a:r>
              <a:rPr lang="en-US" sz="2400" baseline="0" dirty="0">
                <a:latin typeface="Arial" pitchFamily="34" charset="0"/>
                <a:cs typeface="Arial" pitchFamily="34" charset="0"/>
              </a:rPr>
              <a:t>Bullet 4</a:t>
            </a:r>
          </a:p>
          <a:p>
            <a:pPr marL="342166" lvl="0" indent="-342166">
              <a:buClr>
                <a:schemeClr val="tx2"/>
              </a:buClr>
              <a:buSzPct val="75000"/>
              <a:buFont typeface="Wingdings" pitchFamily="2" charset="2"/>
              <a:buChar char="§"/>
              <a:tabLst>
                <a:tab pos="458343" algn="l"/>
              </a:tabLst>
            </a:pPr>
            <a:endParaRPr lang="en-US" sz="2400" dirty="0">
              <a:latin typeface="Arial" pitchFamily="34" charset="0"/>
              <a:cs typeface="Arial" pitchFamily="34" charset="0"/>
            </a:endParaRPr>
          </a:p>
        </p:txBody>
      </p:sp>
      <p:sp>
        <p:nvSpPr>
          <p:cNvPr id="5" name="Title"/>
          <p:cNvSpPr txBox="1">
            <a:spLocks noChangeArrowheads="1"/>
          </p:cNvSpPr>
          <p:nvPr userDrawn="1"/>
        </p:nvSpPr>
        <p:spPr bwMode="auto">
          <a:xfrm>
            <a:off x="607484" y="464695"/>
            <a:ext cx="10765536" cy="1143000"/>
          </a:xfrm>
          <a:prstGeom prst="rect">
            <a:avLst/>
          </a:prstGeom>
          <a:noFill/>
          <a:ln w="9525">
            <a:noFill/>
            <a:miter lim="800000"/>
            <a:headEnd/>
            <a:tailEnd/>
          </a:ln>
          <a:effectLst/>
        </p:spPr>
        <p:txBody>
          <a:bodyPr wrap="none"/>
          <a:lstStyle/>
          <a:p>
            <a:pPr marL="0" marR="0" indent="0" algn="l" defTabSz="916686" rtl="0" eaLnBrk="1" fontAlgn="auto" latinLnBrk="0" hangingPunct="1">
              <a:lnSpc>
                <a:spcPct val="100000"/>
              </a:lnSpc>
              <a:spcBef>
                <a:spcPts val="0"/>
              </a:spcBef>
              <a:spcAft>
                <a:spcPts val="0"/>
              </a:spcAft>
              <a:buClrTx/>
              <a:buSzTx/>
              <a:buFontTx/>
              <a:buNone/>
              <a:tabLst/>
              <a:defRPr/>
            </a:pPr>
            <a:r>
              <a:rPr lang="en-US" sz="2800" b="0" dirty="0">
                <a:solidFill>
                  <a:schemeClr val="tx2"/>
                </a:solidFill>
                <a:latin typeface="Arial" pitchFamily="34" charset="0"/>
                <a:cs typeface="Arial" pitchFamily="34" charset="0"/>
              </a:rPr>
              <a:t>Edit in Slide</a:t>
            </a:r>
            <a:r>
              <a:rPr lang="en-US" sz="2800" b="0" baseline="0" dirty="0">
                <a:solidFill>
                  <a:schemeClr val="tx2"/>
                </a:solidFill>
                <a:latin typeface="Arial" pitchFamily="34" charset="0"/>
                <a:cs typeface="Arial" pitchFamily="34" charset="0"/>
              </a:rPr>
              <a:t> Master view to e</a:t>
            </a:r>
            <a:r>
              <a:rPr lang="en-US" sz="2800" b="0" dirty="0">
                <a:solidFill>
                  <a:schemeClr val="tx2"/>
                </a:solidFill>
                <a:latin typeface="Arial" pitchFamily="34" charset="0"/>
                <a:cs typeface="Arial" pitchFamily="34" charset="0"/>
              </a:rPr>
              <a:t>nter agenda</a:t>
            </a:r>
            <a:r>
              <a:rPr lang="en-US" sz="2800" b="0" baseline="0" dirty="0">
                <a:solidFill>
                  <a:schemeClr val="tx2"/>
                </a:solidFill>
                <a:latin typeface="Arial" pitchFamily="34" charset="0"/>
                <a:cs typeface="Arial" pitchFamily="34" charset="0"/>
              </a:rPr>
              <a:t> title</a:t>
            </a:r>
            <a:endParaRPr lang="en-US" sz="2800" b="0" dirty="0">
              <a:solidFill>
                <a:schemeClr val="tx2"/>
              </a:solidFill>
              <a:latin typeface="Arial" pitchFamily="34" charset="0"/>
              <a:cs typeface="Arial"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609601" y="457200"/>
            <a:ext cx="10769600" cy="990600"/>
          </a:xfrm>
          <a:prstGeom prst="rect">
            <a:avLst/>
          </a:prstGeom>
        </p:spPr>
        <p:txBody>
          <a:bodyPr vert="horz" lIns="91440" tIns="45720" rIns="91440" bIns="45720" rtlCol="0" anchor="t" anchorCtr="0">
            <a:noAutofit/>
          </a:bodyPr>
          <a:lstStyle/>
          <a:p>
            <a:r>
              <a:rPr lang="en-US"/>
              <a:t>Click to edit Master title style</a:t>
            </a:r>
            <a:endParaRPr lang="en-US" dirty="0"/>
          </a:p>
        </p:txBody>
      </p:sp>
      <p:sp>
        <p:nvSpPr>
          <p:cNvPr id="3" name="Content"/>
          <p:cNvSpPr>
            <a:spLocks noGrp="1"/>
          </p:cNvSpPr>
          <p:nvPr>
            <p:ph type="body" idx="1"/>
          </p:nvPr>
        </p:nvSpPr>
        <p:spPr>
          <a:xfrm>
            <a:off x="609601" y="1600200"/>
            <a:ext cx="10769600" cy="4648200"/>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p:txBody>
      </p:sp>
      <p:pic>
        <p:nvPicPr>
          <p:cNvPr id="12" name="Logo" descr="logo647.png"/>
          <p:cNvPicPr>
            <a:picLocks noChangeAspect="1"/>
          </p:cNvPicPr>
          <p:nvPr/>
        </p:nvPicPr>
        <p:blipFill>
          <a:blip r:embed="rId10" cstate="print"/>
          <a:stretch>
            <a:fillRect/>
          </a:stretch>
        </p:blipFill>
        <p:spPr>
          <a:xfrm>
            <a:off x="10679339" y="23673"/>
            <a:ext cx="1327516" cy="360269"/>
          </a:xfrm>
          <a:prstGeom prst="rect">
            <a:avLst/>
          </a:prstGeom>
          <a:noFill/>
          <a:ln>
            <a:noFill/>
          </a:ln>
        </p:spPr>
      </p:pic>
      <p:cxnSp>
        <p:nvCxnSpPr>
          <p:cNvPr id="13" name="Line"/>
          <p:cNvCxnSpPr/>
          <p:nvPr/>
        </p:nvCxnSpPr>
        <p:spPr>
          <a:xfrm rot="10800000" flipV="1">
            <a:off x="229170" y="176521"/>
            <a:ext cx="10297392" cy="211602"/>
          </a:xfrm>
          <a:prstGeom prst="bentConnector3">
            <a:avLst>
              <a:gd name="adj1" fmla="val 100013"/>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D2BC8412-002A-0D84-D994-B7B3778E0D58}"/>
              </a:ext>
            </a:extLst>
          </p:cNvPr>
          <p:cNvSpPr/>
          <p:nvPr userDrawn="1"/>
        </p:nvSpPr>
        <p:spPr>
          <a:xfrm>
            <a:off x="8602226" y="7193577"/>
            <a:ext cx="457200" cy="30777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29" name="Rectangle 28">
            <a:extLst>
              <a:ext uri="{FF2B5EF4-FFF2-40B4-BE49-F238E27FC236}">
                <a16:creationId xmlns:a16="http://schemas.microsoft.com/office/drawing/2014/main" id="{7E3ECD25-34FE-F14A-9065-0C33A52327B3}"/>
              </a:ext>
            </a:extLst>
          </p:cNvPr>
          <p:cNvSpPr/>
          <p:nvPr userDrawn="1"/>
        </p:nvSpPr>
        <p:spPr>
          <a:xfrm>
            <a:off x="9228741" y="7193577"/>
            <a:ext cx="457200" cy="307778"/>
          </a:xfrm>
          <a:prstGeom prst="rec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0" name="Rectangle 29">
            <a:extLst>
              <a:ext uri="{FF2B5EF4-FFF2-40B4-BE49-F238E27FC236}">
                <a16:creationId xmlns:a16="http://schemas.microsoft.com/office/drawing/2014/main" id="{26FFDAD5-96C9-BC0C-8346-0ECA64D4A7A7}"/>
              </a:ext>
            </a:extLst>
          </p:cNvPr>
          <p:cNvSpPr/>
          <p:nvPr userDrawn="1"/>
        </p:nvSpPr>
        <p:spPr>
          <a:xfrm>
            <a:off x="9855256" y="7193577"/>
            <a:ext cx="457200" cy="307778"/>
          </a:xfrm>
          <a:prstGeom prst="rect">
            <a:avLst/>
          </a:prstGeom>
          <a:solidFill>
            <a:srgbClr val="A02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1" name="Rectangle 30">
            <a:extLst>
              <a:ext uri="{FF2B5EF4-FFF2-40B4-BE49-F238E27FC236}">
                <a16:creationId xmlns:a16="http://schemas.microsoft.com/office/drawing/2014/main" id="{0CA1A622-F38D-9800-76FE-3FB9727F3572}"/>
              </a:ext>
            </a:extLst>
          </p:cNvPr>
          <p:cNvSpPr/>
          <p:nvPr userDrawn="1"/>
        </p:nvSpPr>
        <p:spPr>
          <a:xfrm>
            <a:off x="10481771" y="7193577"/>
            <a:ext cx="457200" cy="307778"/>
          </a:xfrm>
          <a:prstGeom prst="rect">
            <a:avLst/>
          </a:prstGeom>
          <a:solidFill>
            <a:srgbClr val="228B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2" name="Rectangle 31">
            <a:extLst>
              <a:ext uri="{FF2B5EF4-FFF2-40B4-BE49-F238E27FC236}">
                <a16:creationId xmlns:a16="http://schemas.microsoft.com/office/drawing/2014/main" id="{6FE04614-3614-BE8B-23EC-5EE97A55E159}"/>
              </a:ext>
            </a:extLst>
          </p:cNvPr>
          <p:cNvSpPr/>
          <p:nvPr userDrawn="1"/>
        </p:nvSpPr>
        <p:spPr>
          <a:xfrm>
            <a:off x="11108286" y="7193577"/>
            <a:ext cx="457200" cy="307778"/>
          </a:xfrm>
          <a:prstGeom prst="rect">
            <a:avLst/>
          </a:prstGeom>
          <a:solidFill>
            <a:srgbClr val="FF6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3" name="Rectangle 32">
            <a:extLst>
              <a:ext uri="{FF2B5EF4-FFF2-40B4-BE49-F238E27FC236}">
                <a16:creationId xmlns:a16="http://schemas.microsoft.com/office/drawing/2014/main" id="{EA12CF5A-CD12-FD24-55BE-141343357EA2}"/>
              </a:ext>
            </a:extLst>
          </p:cNvPr>
          <p:cNvSpPr/>
          <p:nvPr userDrawn="1"/>
        </p:nvSpPr>
        <p:spPr>
          <a:xfrm>
            <a:off x="11734800" y="7193577"/>
            <a:ext cx="457200" cy="30777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4" name="Rectangle 33">
            <a:extLst>
              <a:ext uri="{FF2B5EF4-FFF2-40B4-BE49-F238E27FC236}">
                <a16:creationId xmlns:a16="http://schemas.microsoft.com/office/drawing/2014/main" id="{FDC8706C-7DCD-48DE-B7E4-E5DF72FEC4C4}"/>
              </a:ext>
            </a:extLst>
          </p:cNvPr>
          <p:cNvSpPr/>
          <p:nvPr userDrawn="1"/>
        </p:nvSpPr>
        <p:spPr>
          <a:xfrm>
            <a:off x="3218091" y="7193577"/>
            <a:ext cx="457200" cy="307778"/>
          </a:xfrm>
          <a:prstGeom prst="rect">
            <a:avLst/>
          </a:prstGeom>
          <a:solidFill>
            <a:srgbClr val="B731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5" name="Rectangle 34">
            <a:extLst>
              <a:ext uri="{FF2B5EF4-FFF2-40B4-BE49-F238E27FC236}">
                <a16:creationId xmlns:a16="http://schemas.microsoft.com/office/drawing/2014/main" id="{6CFB8540-526C-4EF5-A857-27E6DB1F105F}"/>
              </a:ext>
            </a:extLst>
          </p:cNvPr>
          <p:cNvSpPr/>
          <p:nvPr userDrawn="1"/>
        </p:nvSpPr>
        <p:spPr>
          <a:xfrm>
            <a:off x="3838830" y="7193577"/>
            <a:ext cx="457200" cy="307778"/>
          </a:xfrm>
          <a:prstGeom prst="rect">
            <a:avLst/>
          </a:prstGeom>
          <a:solidFill>
            <a:srgbClr val="F2A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6" name="Rectangle 35">
            <a:extLst>
              <a:ext uri="{FF2B5EF4-FFF2-40B4-BE49-F238E27FC236}">
                <a16:creationId xmlns:a16="http://schemas.microsoft.com/office/drawing/2014/main" id="{B217702E-D5DE-8E87-560A-ABFFA11DA108}"/>
              </a:ext>
            </a:extLst>
          </p:cNvPr>
          <p:cNvSpPr/>
          <p:nvPr userDrawn="1"/>
        </p:nvSpPr>
        <p:spPr>
          <a:xfrm>
            <a:off x="4460475" y="7193577"/>
            <a:ext cx="457200" cy="307778"/>
          </a:xfrm>
          <a:prstGeom prst="rect">
            <a:avLst/>
          </a:prstGeom>
          <a:solidFill>
            <a:srgbClr val="48A2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7" name="Rectangle 36">
            <a:extLst>
              <a:ext uri="{FF2B5EF4-FFF2-40B4-BE49-F238E27FC236}">
                <a16:creationId xmlns:a16="http://schemas.microsoft.com/office/drawing/2014/main" id="{E036473B-9664-7112-F209-623ECB37D0BA}"/>
              </a:ext>
            </a:extLst>
          </p:cNvPr>
          <p:cNvSpPr/>
          <p:nvPr userDrawn="1"/>
        </p:nvSpPr>
        <p:spPr>
          <a:xfrm>
            <a:off x="5062152" y="7193577"/>
            <a:ext cx="457200" cy="307778"/>
          </a:xfrm>
          <a:prstGeom prst="rect">
            <a:avLst/>
          </a:prstGeom>
          <a:solidFill>
            <a:srgbClr val="00A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8" name="Rectangle 37">
            <a:extLst>
              <a:ext uri="{FF2B5EF4-FFF2-40B4-BE49-F238E27FC236}">
                <a16:creationId xmlns:a16="http://schemas.microsoft.com/office/drawing/2014/main" id="{FDF1D9FC-8C16-1677-A5A1-7372A1979295}"/>
              </a:ext>
            </a:extLst>
          </p:cNvPr>
          <p:cNvSpPr/>
          <p:nvPr userDrawn="1"/>
        </p:nvSpPr>
        <p:spPr>
          <a:xfrm>
            <a:off x="5688910" y="7193577"/>
            <a:ext cx="457200" cy="307778"/>
          </a:xfrm>
          <a:prstGeom prst="rect">
            <a:avLst/>
          </a:prstGeom>
          <a:solidFill>
            <a:srgbClr val="7150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9" name="Rectangle 38">
            <a:extLst>
              <a:ext uri="{FF2B5EF4-FFF2-40B4-BE49-F238E27FC236}">
                <a16:creationId xmlns:a16="http://schemas.microsoft.com/office/drawing/2014/main" id="{74E1E78E-58CA-1996-D024-37F67DC20C82}"/>
              </a:ext>
            </a:extLst>
          </p:cNvPr>
          <p:cNvSpPr/>
          <p:nvPr userDrawn="1"/>
        </p:nvSpPr>
        <p:spPr>
          <a:xfrm>
            <a:off x="6309649" y="7193577"/>
            <a:ext cx="457200" cy="307778"/>
          </a:xfrm>
          <a:prstGeom prst="rect">
            <a:avLst/>
          </a:prstGeom>
          <a:solidFill>
            <a:srgbClr val="6365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0" name="Rectangle 39">
            <a:extLst>
              <a:ext uri="{FF2B5EF4-FFF2-40B4-BE49-F238E27FC236}">
                <a16:creationId xmlns:a16="http://schemas.microsoft.com/office/drawing/2014/main" id="{60F23920-43B1-547C-C1F7-7842D70421DC}"/>
              </a:ext>
            </a:extLst>
          </p:cNvPr>
          <p:cNvSpPr/>
          <p:nvPr userDrawn="1"/>
        </p:nvSpPr>
        <p:spPr>
          <a:xfrm>
            <a:off x="713498" y="7193577"/>
            <a:ext cx="457200" cy="30777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1" name="Rectangle 40">
            <a:extLst>
              <a:ext uri="{FF2B5EF4-FFF2-40B4-BE49-F238E27FC236}">
                <a16:creationId xmlns:a16="http://schemas.microsoft.com/office/drawing/2014/main" id="{0DC43BBC-325F-0C07-8AE3-466B96AE01DA}"/>
              </a:ext>
            </a:extLst>
          </p:cNvPr>
          <p:cNvSpPr/>
          <p:nvPr userDrawn="1"/>
        </p:nvSpPr>
        <p:spPr>
          <a:xfrm>
            <a:off x="1298456" y="7193577"/>
            <a:ext cx="457200" cy="30777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2" name="TextBox 41">
            <a:extLst>
              <a:ext uri="{FF2B5EF4-FFF2-40B4-BE49-F238E27FC236}">
                <a16:creationId xmlns:a16="http://schemas.microsoft.com/office/drawing/2014/main" id="{4A43A1D0-631F-293A-40F6-9348078EB1C8}"/>
              </a:ext>
            </a:extLst>
          </p:cNvPr>
          <p:cNvSpPr txBox="1"/>
          <p:nvPr userDrawn="1"/>
        </p:nvSpPr>
        <p:spPr>
          <a:xfrm>
            <a:off x="-31888" y="7162800"/>
            <a:ext cx="718688" cy="369332"/>
          </a:xfrm>
          <a:prstGeom prst="rect">
            <a:avLst/>
          </a:prstGeom>
          <a:noFill/>
        </p:spPr>
        <p:txBody>
          <a:bodyPr wrap="square" rtlCol="0">
            <a:spAutoFit/>
          </a:bodyPr>
          <a:lstStyle/>
          <a:p>
            <a:pPr algn="l"/>
            <a:r>
              <a:rPr lang="en-US" sz="900" b="1" dirty="0"/>
              <a:t>BRAND</a:t>
            </a:r>
            <a:br>
              <a:rPr lang="en-US" sz="900" b="1" dirty="0"/>
            </a:br>
            <a:r>
              <a:rPr lang="en-US" sz="900" b="1" dirty="0"/>
              <a:t>COLORS</a:t>
            </a:r>
          </a:p>
        </p:txBody>
      </p:sp>
      <p:sp>
        <p:nvSpPr>
          <p:cNvPr id="43" name="Rectangle 42">
            <a:extLst>
              <a:ext uri="{FF2B5EF4-FFF2-40B4-BE49-F238E27FC236}">
                <a16:creationId xmlns:a16="http://schemas.microsoft.com/office/drawing/2014/main" id="{2CD410F6-149D-FEEC-A503-87B253C6EB8C}"/>
              </a:ext>
            </a:extLst>
          </p:cNvPr>
          <p:cNvSpPr/>
          <p:nvPr userDrawn="1"/>
        </p:nvSpPr>
        <p:spPr>
          <a:xfrm>
            <a:off x="2231608" y="7193577"/>
            <a:ext cx="457200" cy="30777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4" name="TextBox 43">
            <a:extLst>
              <a:ext uri="{FF2B5EF4-FFF2-40B4-BE49-F238E27FC236}">
                <a16:creationId xmlns:a16="http://schemas.microsoft.com/office/drawing/2014/main" id="{CA4E437C-A338-56AE-DC83-E40974D4BA91}"/>
              </a:ext>
            </a:extLst>
          </p:cNvPr>
          <p:cNvSpPr txBox="1"/>
          <p:nvPr userDrawn="1"/>
        </p:nvSpPr>
        <p:spPr>
          <a:xfrm>
            <a:off x="7847405" y="7162800"/>
            <a:ext cx="718688" cy="369332"/>
          </a:xfrm>
          <a:prstGeom prst="rect">
            <a:avLst/>
          </a:prstGeom>
          <a:noFill/>
        </p:spPr>
        <p:txBody>
          <a:bodyPr wrap="square" rtlCol="0">
            <a:spAutoFit/>
          </a:bodyPr>
          <a:lstStyle/>
          <a:p>
            <a:pPr algn="l"/>
            <a:r>
              <a:rPr lang="en-US" sz="900" b="1" dirty="0"/>
              <a:t>CODE</a:t>
            </a:r>
            <a:br>
              <a:rPr lang="en-US" sz="900" b="1" dirty="0"/>
            </a:br>
            <a:r>
              <a:rPr lang="en-US" sz="900" b="1" dirty="0"/>
              <a:t>COLORS</a:t>
            </a:r>
          </a:p>
        </p:txBody>
      </p:sp>
      <p:sp>
        <p:nvSpPr>
          <p:cNvPr id="4" name="SlideNumber">
            <a:extLst>
              <a:ext uri="{FF2B5EF4-FFF2-40B4-BE49-F238E27FC236}">
                <a16:creationId xmlns:a16="http://schemas.microsoft.com/office/drawing/2014/main" id="{7D452C8D-9DF9-6984-C206-B63D0C026B18}"/>
              </a:ext>
            </a:extLst>
          </p:cNvPr>
          <p:cNvSpPr/>
          <p:nvPr userDrawn="1"/>
        </p:nvSpPr>
        <p:spPr>
          <a:xfrm>
            <a:off x="11582400" y="6484952"/>
            <a:ext cx="609600" cy="381001"/>
          </a:xfrm>
          <a:prstGeom prst="rect">
            <a:avLst/>
          </a:prstGeom>
          <a:noFill/>
          <a:ln w="12700">
            <a:noFill/>
          </a:ln>
        </p:spPr>
        <p:txBody>
          <a:bodyPr wrap="square" anchor="ctr">
            <a:noAutofit/>
          </a:bodyPr>
          <a:lstStyle/>
          <a:p>
            <a:pPr algn="ctr"/>
            <a:fld id="{47FBD1EF-0801-4063-B668-C71608ACC70F}" type="slidenum">
              <a:rPr kumimoji="0" lang="en-US" sz="1203" b="1" i="0" u="none" strike="noStrike" kern="1200" cap="none" spc="0" normalizeH="0" baseline="0" noProof="0" smtClean="0">
                <a:ln>
                  <a:noFill/>
                </a:ln>
                <a:solidFill>
                  <a:schemeClr val="tx2"/>
                </a:solidFill>
                <a:effectLst/>
                <a:uLnTx/>
                <a:uFillTx/>
                <a:latin typeface="Arial" pitchFamily="34" charset="0"/>
                <a:ea typeface="+mn-ea"/>
                <a:cs typeface="Arial" pitchFamily="34" charset="0"/>
              </a:rPr>
              <a:pPr algn="ctr"/>
              <a:t>‹#›</a:t>
            </a:fld>
            <a:endParaRPr lang="en-US" sz="1203" b="1" dirty="0">
              <a:solidFill>
                <a:schemeClr val="tx2"/>
              </a:solidFill>
            </a:endParaRPr>
          </a:p>
        </p:txBody>
      </p:sp>
      <p:sp>
        <p:nvSpPr>
          <p:cNvPr id="5" name="Confidential">
            <a:extLst>
              <a:ext uri="{FF2B5EF4-FFF2-40B4-BE49-F238E27FC236}">
                <a16:creationId xmlns:a16="http://schemas.microsoft.com/office/drawing/2014/main" id="{E52CE3B7-7C1D-3A40-0BED-7992CC83FFEA}"/>
              </a:ext>
            </a:extLst>
          </p:cNvPr>
          <p:cNvSpPr txBox="1"/>
          <p:nvPr userDrawn="1"/>
        </p:nvSpPr>
        <p:spPr>
          <a:xfrm>
            <a:off x="8809221" y="6538212"/>
            <a:ext cx="2946400" cy="276999"/>
          </a:xfrm>
          <a:prstGeom prst="rect">
            <a:avLst/>
          </a:prstGeom>
          <a:noFill/>
        </p:spPr>
        <p:txBody>
          <a:bodyPr wrap="square" rtlCol="0">
            <a:spAutoFit/>
          </a:bodyPr>
          <a:lstStyle/>
          <a:p>
            <a:pPr algn="r"/>
            <a:r>
              <a:rPr lang="en-US" sz="1203" b="0" spc="120" baseline="0" dirty="0">
                <a:solidFill>
                  <a:schemeClr val="bg1">
                    <a:lumMod val="50000"/>
                  </a:schemeClr>
                </a:solidFill>
                <a:latin typeface="Arial" pitchFamily="34" charset="0"/>
                <a:cs typeface="Arial" pitchFamily="34" charset="0"/>
              </a:rPr>
              <a:t>CONFIDENTIAL</a:t>
            </a:r>
            <a:r>
              <a:rPr lang="en-US" sz="1203" b="0" spc="100" baseline="0" dirty="0">
                <a:solidFill>
                  <a:schemeClr val="bg1">
                    <a:lumMod val="50000"/>
                  </a:schemeClr>
                </a:solidFill>
                <a:latin typeface="Arial" pitchFamily="34" charset="0"/>
                <a:cs typeface="Arial" pitchFamily="34" charset="0"/>
              </a:rPr>
              <a:t>  |</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9" r:id="rId4"/>
    <p:sldLayoutId id="2147483663" r:id="rId5"/>
    <p:sldLayoutId id="2147483651" r:id="rId6"/>
    <p:sldLayoutId id="2147483652" r:id="rId7"/>
    <p:sldLayoutId id="2147483664" r:id="rId8"/>
  </p:sldLayoutIdLst>
  <p:hf hdr="0" ftr="0" dt="0"/>
  <p:txStyles>
    <p:titleStyle>
      <a:lvl1pPr algn="l" defTabSz="916686" rtl="0" eaLnBrk="1" latinLnBrk="0" hangingPunct="1">
        <a:spcBef>
          <a:spcPct val="0"/>
        </a:spcBef>
        <a:buNone/>
        <a:defRPr sz="2800" b="0" kern="1200">
          <a:solidFill>
            <a:schemeClr val="tx2"/>
          </a:solidFill>
          <a:latin typeface="Arial" pitchFamily="34" charset="0"/>
          <a:ea typeface="+mj-ea"/>
          <a:cs typeface="Arial" pitchFamily="34" charset="0"/>
        </a:defRPr>
      </a:lvl1pPr>
    </p:titleStyle>
    <p:bodyStyle>
      <a:lvl1pPr marL="343757" indent="-343757" algn="l" defTabSz="916686" rtl="0" eaLnBrk="1" latinLnBrk="0" hangingPunct="1">
        <a:spcBef>
          <a:spcPct val="20000"/>
        </a:spcBef>
        <a:buClr>
          <a:schemeClr val="tx2"/>
        </a:buClr>
        <a:buSzPct val="75000"/>
        <a:buFont typeface="Wingdings" pitchFamily="2" charset="2"/>
        <a:buChar char="§"/>
        <a:defRPr sz="2400" kern="1200">
          <a:solidFill>
            <a:schemeClr val="tx1"/>
          </a:solidFill>
          <a:latin typeface="Arial" pitchFamily="34" charset="0"/>
          <a:ea typeface="+mn-ea"/>
          <a:cs typeface="Arial" pitchFamily="34" charset="0"/>
        </a:defRPr>
      </a:lvl1pPr>
      <a:lvl2pPr marL="744807" indent="-286464" algn="l" defTabSz="916686" rtl="0" eaLnBrk="1" latinLnBrk="0" hangingPunct="1">
        <a:spcBef>
          <a:spcPct val="20000"/>
        </a:spcBef>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1145858" indent="-229172" algn="l" defTabSz="916686" rtl="0" eaLnBrk="1" latinLnBrk="0" hangingPunct="1">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201" indent="-229172" algn="l" defTabSz="916686" rtl="0" eaLnBrk="1" latinLnBrk="0" hangingPunct="1">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44" indent="-229172" algn="l" defTabSz="916686" rtl="0" eaLnBrk="1" latinLnBrk="0" hangingPunct="1">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87" indent="-229172" algn="l" defTabSz="916686"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30" indent="-229172" algn="l" defTabSz="916686"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73" indent="-229172" algn="l" defTabSz="916686"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916" indent="-229172" algn="l" defTabSz="916686" rtl="0" eaLnBrk="1" latinLnBrk="0" hangingPunct="1">
        <a:spcBef>
          <a:spcPct val="20000"/>
        </a:spcBef>
        <a:buFont typeface="Arial" pitchFamily="34" charset="0"/>
        <a:buChar char="•"/>
        <a:defRPr sz="2005" kern="1200">
          <a:solidFill>
            <a:schemeClr val="tx1"/>
          </a:solidFill>
          <a:latin typeface="+mn-lt"/>
          <a:ea typeface="+mn-ea"/>
          <a:cs typeface="+mn-cs"/>
        </a:defRPr>
      </a:lvl9pPr>
    </p:bodyStyle>
    <p:otherStyle>
      <a:defPPr>
        <a:defRPr lang="en-US"/>
      </a:defPPr>
      <a:lvl1pPr marL="0" algn="l" defTabSz="916686" rtl="0" eaLnBrk="1" latinLnBrk="0" hangingPunct="1">
        <a:defRPr sz="1805" kern="1200">
          <a:solidFill>
            <a:schemeClr val="tx1"/>
          </a:solidFill>
          <a:latin typeface="+mn-lt"/>
          <a:ea typeface="+mn-ea"/>
          <a:cs typeface="+mn-cs"/>
        </a:defRPr>
      </a:lvl1pPr>
      <a:lvl2pPr marL="458343" algn="l" defTabSz="916686" rtl="0" eaLnBrk="1" latinLnBrk="0" hangingPunct="1">
        <a:defRPr sz="1805" kern="1200">
          <a:solidFill>
            <a:schemeClr val="tx1"/>
          </a:solidFill>
          <a:latin typeface="+mn-lt"/>
          <a:ea typeface="+mn-ea"/>
          <a:cs typeface="+mn-cs"/>
        </a:defRPr>
      </a:lvl2pPr>
      <a:lvl3pPr marL="916686" algn="l" defTabSz="916686" rtl="0" eaLnBrk="1" latinLnBrk="0" hangingPunct="1">
        <a:defRPr sz="1805" kern="1200">
          <a:solidFill>
            <a:schemeClr val="tx1"/>
          </a:solidFill>
          <a:latin typeface="+mn-lt"/>
          <a:ea typeface="+mn-ea"/>
          <a:cs typeface="+mn-cs"/>
        </a:defRPr>
      </a:lvl3pPr>
      <a:lvl4pPr marL="1375029" algn="l" defTabSz="916686" rtl="0" eaLnBrk="1" latinLnBrk="0" hangingPunct="1">
        <a:defRPr sz="1805" kern="1200">
          <a:solidFill>
            <a:schemeClr val="tx1"/>
          </a:solidFill>
          <a:latin typeface="+mn-lt"/>
          <a:ea typeface="+mn-ea"/>
          <a:cs typeface="+mn-cs"/>
        </a:defRPr>
      </a:lvl4pPr>
      <a:lvl5pPr marL="1833372" algn="l" defTabSz="916686" rtl="0" eaLnBrk="1" latinLnBrk="0" hangingPunct="1">
        <a:defRPr sz="1805" kern="1200">
          <a:solidFill>
            <a:schemeClr val="tx1"/>
          </a:solidFill>
          <a:latin typeface="+mn-lt"/>
          <a:ea typeface="+mn-ea"/>
          <a:cs typeface="+mn-cs"/>
        </a:defRPr>
      </a:lvl5pPr>
      <a:lvl6pPr marL="2291715" algn="l" defTabSz="916686" rtl="0" eaLnBrk="1" latinLnBrk="0" hangingPunct="1">
        <a:defRPr sz="1805" kern="1200">
          <a:solidFill>
            <a:schemeClr val="tx1"/>
          </a:solidFill>
          <a:latin typeface="+mn-lt"/>
          <a:ea typeface="+mn-ea"/>
          <a:cs typeface="+mn-cs"/>
        </a:defRPr>
      </a:lvl6pPr>
      <a:lvl7pPr marL="2750058" algn="l" defTabSz="916686" rtl="0" eaLnBrk="1" latinLnBrk="0" hangingPunct="1">
        <a:defRPr sz="1805" kern="1200">
          <a:solidFill>
            <a:schemeClr val="tx1"/>
          </a:solidFill>
          <a:latin typeface="+mn-lt"/>
          <a:ea typeface="+mn-ea"/>
          <a:cs typeface="+mn-cs"/>
        </a:defRPr>
      </a:lvl7pPr>
      <a:lvl8pPr marL="3208401" algn="l" defTabSz="916686" rtl="0" eaLnBrk="1" latinLnBrk="0" hangingPunct="1">
        <a:defRPr sz="1805" kern="1200">
          <a:solidFill>
            <a:schemeClr val="tx1"/>
          </a:solidFill>
          <a:latin typeface="+mn-lt"/>
          <a:ea typeface="+mn-ea"/>
          <a:cs typeface="+mn-cs"/>
        </a:defRPr>
      </a:lvl8pPr>
      <a:lvl9pPr marL="3666744" algn="l" defTabSz="916686" rtl="0" eaLnBrk="1" latinLnBrk="0" hangingPunct="1">
        <a:defRPr sz="18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mathworks.sharepoint.com/:p:/r/sites/emktg_creative_ext/Reference%20Documents/Guidelines/corporate-powerpoint/MW_Presentation_guidelines.pptx?d=w159b07d101814a8aaee0b651acf7775e&amp;csf=1&amp;web=1&amp;e=IzMZnJ" TargetMode="External"/><Relationship Id="rId2" Type="http://schemas.openxmlformats.org/officeDocument/2006/relationships/hyperlink" Target="https://parula.mathworks.com/brand-guidelines/visual-identity/powerpoint-templates/" TargetMode="External"/><Relationship Id="rId1" Type="http://schemas.openxmlformats.org/officeDocument/2006/relationships/slideLayout" Target="../slideLayouts/slideLayout3.xml"/><Relationship Id="rId4" Type="http://schemas.openxmlformats.org/officeDocument/2006/relationships/hyperlink" Target="https://mathworks.highspot.co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assets.mathworks.com/images.html" TargetMode="External"/><Relationship Id="rId7" Type="http://schemas.openxmlformats.org/officeDocument/2006/relationships/image" Target="../media/image4.svg"/><Relationship Id="rId12" Type="http://schemas.openxmlformats.org/officeDocument/2006/relationships/image" Target="../media/image9.svg"/><Relationship Id="rId2" Type="http://schemas.openxmlformats.org/officeDocument/2006/relationships/hyperlink" Target="https://mathworks.sharepoint.com/:w:/s/marketing/emktg_creative/cs/csm/EToMLRsnVmFDoPr99PA677ABYz7Hh3YBXQY0WiCQmK26sQ" TargetMode="External"/><Relationship Id="rId1" Type="http://schemas.openxmlformats.org/officeDocument/2006/relationships/slideLayout" Target="../slideLayouts/slideLayout3.xml"/><Relationship Id="rId6" Type="http://schemas.openxmlformats.org/officeDocument/2006/relationships/hyperlink" Target="https://parula.mathworks.com/brand-guidelines/visual-identity/pictograms/" TargetMode="External"/><Relationship Id="rId11" Type="http://schemas.openxmlformats.org/officeDocument/2006/relationships/image" Target="../media/image8.svg"/><Relationship Id="rId5" Type="http://schemas.openxmlformats.org/officeDocument/2006/relationships/hyperlink" Target="https://parula.mathworks.com/brand-guidelines/brand-overview/" TargetMode="External"/><Relationship Id="rId10" Type="http://schemas.openxmlformats.org/officeDocument/2006/relationships/image" Target="../media/image7.svg"/><Relationship Id="rId4" Type="http://schemas.openxmlformats.org/officeDocument/2006/relationships/hyperlink" Target="https://mathworks.sharepoint.com/:p:/r/sites/emktg_creative_ext/Templates/diagrams-illustrations/Technical-and-Workflow-Diagram-Toolkit.pptx?d=w25edabe77b814005b5a80c069907f812&amp;csf=1&amp;web=1&amp;e=GW0TJT" TargetMode="External"/><Relationship Id="rId9" Type="http://schemas.openxmlformats.org/officeDocument/2006/relationships/image" Target="../media/image6.svg"/></Relationships>
</file>

<file path=ppt/slides/_rels/slide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hyperlink" Target="https://mathworks.sharepoint.com/:p:/r/sites/emktg_creative_ext/Templates/diagrams-illustrations/Technical-and-Workflow-Diagram-Toolkit.potx?d=w0ae4ff4a25aa477199414f59b3738ed1&amp;csf=1&amp;web=1&amp;e=3o5yn0" TargetMode="External"/><Relationship Id="rId7" Type="http://schemas.openxmlformats.org/officeDocument/2006/relationships/image" Target="../media/image13.svg"/><Relationship Id="rId2" Type="http://schemas.openxmlformats.org/officeDocument/2006/relationships/hyperlink" Target="https://mathworks.sharepoint.com/:p:/r/sites/emktg_creative_ext/Resources/technical-illustrations/illustration-guide.pptx?d=w14d4abe3974741fe989f75b930f302d0&amp;csf=1&amp;web=1&amp;e=7sL0hM" TargetMode="External"/><Relationship Id="rId1" Type="http://schemas.openxmlformats.org/officeDocument/2006/relationships/slideLayout" Target="../slideLayouts/slideLayout3.xml"/><Relationship Id="rId6" Type="http://schemas.openxmlformats.org/officeDocument/2006/relationships/image" Target="../media/image12.svg"/><Relationship Id="rId5" Type="http://schemas.openxmlformats.org/officeDocument/2006/relationships/image" Target="../media/image11.svg"/><Relationship Id="rId10" Type="http://schemas.openxmlformats.org/officeDocument/2006/relationships/image" Target="../media/image15.png"/><Relationship Id="rId4" Type="http://schemas.openxmlformats.org/officeDocument/2006/relationships/image" Target="../media/image10.png"/><Relationship Id="rId9" Type="http://schemas.openxmlformats.org/officeDocument/2006/relationships/hyperlink" Target="https://iconidcatalog.mathworks.com/results?category=Al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parula.mathworks.com/brand-guidelines/visual-identity/color/"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Presentation Title</a:t>
            </a:r>
          </a:p>
        </p:txBody>
      </p:sp>
      <p:sp>
        <p:nvSpPr>
          <p:cNvPr id="3" name="Subtitle 2"/>
          <p:cNvSpPr>
            <a:spLocks noGrp="1"/>
          </p:cNvSpPr>
          <p:nvPr>
            <p:ph type="subTitle" idx="1"/>
          </p:nvPr>
        </p:nvSpPr>
        <p:spPr/>
        <p:txBody>
          <a:bodyPr/>
          <a:lstStyle/>
          <a:p>
            <a:r>
              <a:rPr lang="en-US" dirty="0"/>
              <a:t>By Author</a:t>
            </a:r>
          </a:p>
          <a:p>
            <a:r>
              <a:rPr lang="en-US" dirty="0"/>
              <a:t>Date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21">
            <a:extLst>
              <a:ext uri="{FF2B5EF4-FFF2-40B4-BE49-F238E27FC236}">
                <a16:creationId xmlns:a16="http://schemas.microsoft.com/office/drawing/2014/main" id="{B98EA2E6-54C2-164C-BF52-0F78E7854FE9}"/>
              </a:ext>
            </a:extLst>
          </p:cNvPr>
          <p:cNvSpPr txBox="1"/>
          <p:nvPr/>
        </p:nvSpPr>
        <p:spPr>
          <a:xfrm>
            <a:off x="461318" y="6123114"/>
            <a:ext cx="6373697" cy="37024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5" b="1" i="1" dirty="0">
                <a:solidFill>
                  <a:schemeClr val="accent1"/>
                </a:solidFill>
                <a:latin typeface="Arial" pitchFamily="34" charset="0"/>
                <a:cs typeface="Arial" pitchFamily="34" charset="0"/>
              </a:rPr>
              <a:t>V26.0</a:t>
            </a:r>
            <a:r>
              <a:rPr lang="en-US" sz="1805" i="1" dirty="0">
                <a:solidFill>
                  <a:schemeClr val="accent1"/>
                </a:solidFill>
                <a:latin typeface="Arial" pitchFamily="34" charset="0"/>
                <a:cs typeface="Arial" pitchFamily="34" charset="0"/>
              </a:rPr>
              <a:t>  Delete this slide before finalizing your presentation.</a:t>
            </a:r>
          </a:p>
        </p:txBody>
      </p:sp>
      <p:sp>
        <p:nvSpPr>
          <p:cNvPr id="15" name="Rectangle 14">
            <a:extLst>
              <a:ext uri="{FF2B5EF4-FFF2-40B4-BE49-F238E27FC236}">
                <a16:creationId xmlns:a16="http://schemas.microsoft.com/office/drawing/2014/main" id="{25E2B42D-B73F-4571-8BC4-6251C737F73B}"/>
              </a:ext>
            </a:extLst>
          </p:cNvPr>
          <p:cNvSpPr/>
          <p:nvPr/>
        </p:nvSpPr>
        <p:spPr>
          <a:xfrm>
            <a:off x="7700318" y="6077405"/>
            <a:ext cx="4030364" cy="461665"/>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8340" indent="-458340" algn="r">
              <a:defRPr/>
            </a:pPr>
            <a:r>
              <a:rPr lang="en-US" sz="1200" dirty="0"/>
              <a:t>Questions concerning presentation design?  </a:t>
            </a:r>
          </a:p>
          <a:p>
            <a:pPr marL="458340" indent="-458340" algn="r">
              <a:defRPr/>
            </a:pPr>
            <a:r>
              <a:rPr lang="en-US" sz="1200" dirty="0"/>
              <a:t>Contact Gabby Vendetti, </a:t>
            </a:r>
            <a:r>
              <a:rPr lang="en-US" sz="1200" dirty="0" err="1"/>
              <a:t>glydon@mathworks.com</a:t>
            </a:r>
            <a:endParaRPr lang="en-US" sz="1200" dirty="0"/>
          </a:p>
        </p:txBody>
      </p:sp>
      <p:sp>
        <p:nvSpPr>
          <p:cNvPr id="20" name="Title 1">
            <a:extLst>
              <a:ext uri="{FF2B5EF4-FFF2-40B4-BE49-F238E27FC236}">
                <a16:creationId xmlns:a16="http://schemas.microsoft.com/office/drawing/2014/main" id="{AD46C875-432D-3A45-B426-001B68078EDA}"/>
              </a:ext>
            </a:extLst>
          </p:cNvPr>
          <p:cNvSpPr>
            <a:spLocks noGrp="1"/>
          </p:cNvSpPr>
          <p:nvPr>
            <p:ph type="title"/>
          </p:nvPr>
        </p:nvSpPr>
        <p:spPr>
          <a:xfrm>
            <a:off x="609602" y="457200"/>
            <a:ext cx="10769600" cy="990600"/>
          </a:xfrm>
        </p:spPr>
        <p:txBody>
          <a:bodyPr/>
          <a:lstStyle/>
          <a:p>
            <a:r>
              <a:rPr lang="en-US" dirty="0"/>
              <a:t>PowerPoint Resources</a:t>
            </a:r>
          </a:p>
        </p:txBody>
      </p:sp>
      <p:sp>
        <p:nvSpPr>
          <p:cNvPr id="21" name="Rectangle 20">
            <a:extLst>
              <a:ext uri="{FF2B5EF4-FFF2-40B4-BE49-F238E27FC236}">
                <a16:creationId xmlns:a16="http://schemas.microsoft.com/office/drawing/2014/main" id="{3275C5B4-EABB-294C-A09C-F53F343A49DB}"/>
              </a:ext>
            </a:extLst>
          </p:cNvPr>
          <p:cNvSpPr/>
          <p:nvPr/>
        </p:nvSpPr>
        <p:spPr>
          <a:xfrm>
            <a:off x="762000" y="1676401"/>
            <a:ext cx="3276600" cy="3429000"/>
          </a:xfrm>
          <a:prstGeom prst="rect">
            <a:avLst/>
          </a:prstGeom>
          <a:solidFill>
            <a:schemeClr val="bg1"/>
          </a:solidFill>
          <a:ln>
            <a:noFill/>
          </a:ln>
          <a:effectLst>
            <a:outerShdw blurRad="47724" dir="5400000" sx="101000" sy="101000" algn="ctr" rotWithShape="0">
              <a:srgbClr val="000000">
                <a:alpha val="11926"/>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22" name="Rectangle 21">
            <a:extLst>
              <a:ext uri="{FF2B5EF4-FFF2-40B4-BE49-F238E27FC236}">
                <a16:creationId xmlns:a16="http://schemas.microsoft.com/office/drawing/2014/main" id="{6C67A810-9C49-FD41-9601-938E7AEEB7B6}"/>
              </a:ext>
            </a:extLst>
          </p:cNvPr>
          <p:cNvSpPr/>
          <p:nvPr/>
        </p:nvSpPr>
        <p:spPr>
          <a:xfrm>
            <a:off x="4457700" y="1676400"/>
            <a:ext cx="3276600" cy="3429000"/>
          </a:xfrm>
          <a:prstGeom prst="rect">
            <a:avLst/>
          </a:prstGeom>
          <a:solidFill>
            <a:schemeClr val="bg1"/>
          </a:solidFill>
          <a:ln>
            <a:noFill/>
          </a:ln>
          <a:effectLst>
            <a:outerShdw blurRad="47724" dir="5400000" sx="101000" sy="101000" algn="ctr" rotWithShape="0">
              <a:srgbClr val="000000">
                <a:alpha val="11926"/>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23" name="Rectangle 22">
            <a:extLst>
              <a:ext uri="{FF2B5EF4-FFF2-40B4-BE49-F238E27FC236}">
                <a16:creationId xmlns:a16="http://schemas.microsoft.com/office/drawing/2014/main" id="{7F287D01-C4DE-EF44-9578-21B45C87F633}"/>
              </a:ext>
            </a:extLst>
          </p:cNvPr>
          <p:cNvSpPr/>
          <p:nvPr/>
        </p:nvSpPr>
        <p:spPr>
          <a:xfrm>
            <a:off x="8153400" y="1676400"/>
            <a:ext cx="3276600" cy="3429000"/>
          </a:xfrm>
          <a:prstGeom prst="rect">
            <a:avLst/>
          </a:prstGeom>
          <a:solidFill>
            <a:schemeClr val="bg1"/>
          </a:solidFill>
          <a:ln>
            <a:noFill/>
          </a:ln>
          <a:effectLst>
            <a:outerShdw blurRad="47724" dir="5400000" sx="101000" sy="101000" algn="ctr" rotWithShape="0">
              <a:srgbClr val="000000">
                <a:alpha val="11926"/>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24" name="Content Placeholder 2">
            <a:extLst>
              <a:ext uri="{FF2B5EF4-FFF2-40B4-BE49-F238E27FC236}">
                <a16:creationId xmlns:a16="http://schemas.microsoft.com/office/drawing/2014/main" id="{3B25C398-DFC4-AD40-A3F3-437833B4691D}"/>
              </a:ext>
            </a:extLst>
          </p:cNvPr>
          <p:cNvSpPr txBox="1">
            <a:spLocks/>
          </p:cNvSpPr>
          <p:nvPr/>
        </p:nvSpPr>
        <p:spPr>
          <a:xfrm>
            <a:off x="1197185" y="2396674"/>
            <a:ext cx="2406230" cy="2480126"/>
          </a:xfrm>
          <a:prstGeom prst="rect">
            <a:avLst/>
          </a:prstGeom>
        </p:spPr>
        <p:txBody>
          <a:bodyPr vert="horz" lIns="91440" tIns="45720" rIns="91440" bIns="4572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90000"/>
              </a:lnSpc>
              <a:buSzTx/>
              <a:buFont typeface="Wingdings" pitchFamily="2" charset="2"/>
              <a:buNone/>
              <a:defRPr/>
            </a:pPr>
            <a:r>
              <a:rPr lang="en-US" sz="1400" dirty="0">
                <a:hlinkClick r:id="rId2"/>
              </a:rPr>
              <a:t>Corporate PowerPoint Template FAQ and Resources</a:t>
            </a:r>
            <a:br>
              <a:rPr lang="en-US" sz="1400" dirty="0"/>
            </a:br>
            <a:endParaRPr lang="en-US" sz="1400" dirty="0"/>
          </a:p>
          <a:p>
            <a:pPr marL="0" indent="0">
              <a:lnSpc>
                <a:spcPct val="90000"/>
              </a:lnSpc>
              <a:buSzTx/>
              <a:buFont typeface="Wingdings" pitchFamily="2" charset="2"/>
              <a:buNone/>
              <a:defRPr/>
            </a:pPr>
            <a:r>
              <a:rPr lang="en-US" sz="1200" dirty="0"/>
              <a:t>This page provides resources, tips, and best practices for updating existing presentations as well as how to get started if you are creating a new presentation.</a:t>
            </a:r>
          </a:p>
        </p:txBody>
      </p:sp>
      <p:sp>
        <p:nvSpPr>
          <p:cNvPr id="25" name="Content Placeholder 2">
            <a:extLst>
              <a:ext uri="{FF2B5EF4-FFF2-40B4-BE49-F238E27FC236}">
                <a16:creationId xmlns:a16="http://schemas.microsoft.com/office/drawing/2014/main" id="{968F7C29-F9BA-C64A-ABF3-E690A229EF9B}"/>
              </a:ext>
            </a:extLst>
          </p:cNvPr>
          <p:cNvSpPr txBox="1">
            <a:spLocks/>
          </p:cNvSpPr>
          <p:nvPr/>
        </p:nvSpPr>
        <p:spPr>
          <a:xfrm>
            <a:off x="4894938" y="2396674"/>
            <a:ext cx="2386280" cy="2480126"/>
          </a:xfrm>
          <a:prstGeom prst="rect">
            <a:avLst/>
          </a:prstGeom>
        </p:spPr>
        <p:txBody>
          <a:bodyPr vert="horz" lIns="91440" tIns="45720" rIns="91440" bIns="4572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90000"/>
              </a:lnSpc>
              <a:buSzTx/>
              <a:buNone/>
              <a:defRPr/>
            </a:pPr>
            <a:r>
              <a:rPr lang="en-US" sz="1400" dirty="0">
                <a:hlinkClick r:id="rId3"/>
              </a:rPr>
              <a:t>Presentation Guidelines</a:t>
            </a:r>
            <a:br>
              <a:rPr lang="en-US" sz="1400" dirty="0"/>
            </a:br>
            <a:endParaRPr lang="en-US" sz="1400" dirty="0"/>
          </a:p>
          <a:p>
            <a:pPr marL="0" indent="0">
              <a:lnSpc>
                <a:spcPct val="90000"/>
              </a:lnSpc>
              <a:buSzTx/>
              <a:buNone/>
              <a:defRPr/>
            </a:pPr>
            <a:r>
              <a:rPr lang="en-US" sz="1200" dirty="0"/>
              <a:t>These guidelines explain how to keep your presentation visually up-to-date, when to use the confidential and nonconfidential templates, how to design visually compelling slides, and other best practices.</a:t>
            </a:r>
          </a:p>
          <a:p>
            <a:pPr marL="0" indent="0">
              <a:lnSpc>
                <a:spcPct val="90000"/>
              </a:lnSpc>
              <a:buSzTx/>
              <a:buFont typeface="Wingdings" pitchFamily="2" charset="2"/>
              <a:buNone/>
              <a:defRPr/>
            </a:pPr>
            <a:endParaRPr lang="en-US" sz="1400" dirty="0"/>
          </a:p>
          <a:p>
            <a:pPr marL="457200" indent="-457200">
              <a:lnSpc>
                <a:spcPct val="80000"/>
              </a:lnSpc>
              <a:buSzTx/>
              <a:buFont typeface="Wingdings" pitchFamily="2" charset="2"/>
              <a:buNone/>
              <a:defRPr/>
            </a:pPr>
            <a:endParaRPr lang="en-US" sz="1400" dirty="0"/>
          </a:p>
        </p:txBody>
      </p:sp>
      <p:sp>
        <p:nvSpPr>
          <p:cNvPr id="26" name="Content Placeholder 2">
            <a:extLst>
              <a:ext uri="{FF2B5EF4-FFF2-40B4-BE49-F238E27FC236}">
                <a16:creationId xmlns:a16="http://schemas.microsoft.com/office/drawing/2014/main" id="{BC007CB7-D812-9544-B9D4-1B5621F2F495}"/>
              </a:ext>
            </a:extLst>
          </p:cNvPr>
          <p:cNvSpPr txBox="1">
            <a:spLocks/>
          </p:cNvSpPr>
          <p:nvPr/>
        </p:nvSpPr>
        <p:spPr>
          <a:xfrm>
            <a:off x="8608535" y="2396674"/>
            <a:ext cx="2386280" cy="2708726"/>
          </a:xfrm>
          <a:prstGeom prst="rect">
            <a:avLst/>
          </a:prstGeom>
        </p:spPr>
        <p:txBody>
          <a:bodyPr vert="horz" lIns="91440" tIns="45720" rIns="91440" bIns="4572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defRPr/>
            </a:pPr>
            <a:r>
              <a:rPr lang="en-US" sz="1400" dirty="0">
                <a:hlinkClick r:id="rId4"/>
              </a:rPr>
              <a:t>Highspot Sales </a:t>
            </a:r>
            <a:br>
              <a:rPr lang="en-US" sz="1400" dirty="0">
                <a:hlinkClick r:id="rId4"/>
              </a:rPr>
            </a:br>
            <a:r>
              <a:rPr lang="en-US" sz="1400" dirty="0">
                <a:hlinkClick r:id="rId4"/>
              </a:rPr>
              <a:t>Content System</a:t>
            </a:r>
            <a:endParaRPr lang="en-US" sz="1400" u="sng" dirty="0">
              <a:solidFill>
                <a:srgbClr val="0563C1"/>
              </a:solidFill>
              <a:effectLst/>
              <a:ea typeface="Calibri" panose="020F0502020204030204" pitchFamily="34" charset="0"/>
              <a:hlinkClick r:id="rId4"/>
            </a:endParaRPr>
          </a:p>
          <a:p>
            <a:pPr>
              <a:lnSpc>
                <a:spcPct val="90000"/>
              </a:lnSpc>
              <a:defRPr/>
            </a:pPr>
            <a:endParaRPr lang="en-US" sz="1400" dirty="0">
              <a:effectLst/>
              <a:ea typeface="Calibri" panose="020F0502020204030204" pitchFamily="34" charset="0"/>
            </a:endParaRPr>
          </a:p>
          <a:p>
            <a:pPr>
              <a:lnSpc>
                <a:spcPct val="90000"/>
              </a:lnSpc>
              <a:defRPr/>
            </a:pPr>
            <a:r>
              <a:rPr lang="en-US" sz="1200" dirty="0" err="1">
                <a:effectLst/>
                <a:ea typeface="Calibri" panose="020F0502020204030204" pitchFamily="34" charset="0"/>
              </a:rPr>
              <a:t>Highspot</a:t>
            </a:r>
            <a:r>
              <a:rPr lang="en-US" sz="1200" dirty="0">
                <a:effectLst/>
                <a:ea typeface="Calibri" panose="020F0502020204030204" pitchFamily="34" charset="0"/>
              </a:rPr>
              <a:t> (license required) is the centralized, up-to-date source for customer-facing slides and presentations, including release and product-related presentations as well as user story and technical article summary slides.</a:t>
            </a:r>
            <a:endParaRPr lang="en-US" sz="1200" dirty="0"/>
          </a:p>
          <a:p>
            <a:pPr marL="0" indent="0">
              <a:lnSpc>
                <a:spcPct val="90000"/>
              </a:lnSpc>
              <a:buSzTx/>
              <a:buNone/>
              <a:defRPr/>
            </a:pPr>
            <a:endParaRPr lang="en-US" sz="1400" dirty="0"/>
          </a:p>
          <a:p>
            <a:pPr marL="0" indent="0">
              <a:lnSpc>
                <a:spcPct val="90000"/>
              </a:lnSpc>
              <a:buSzTx/>
              <a:buFont typeface="Wingdings" pitchFamily="2" charset="2"/>
              <a:buNone/>
              <a:defRPr/>
            </a:pPr>
            <a:endParaRPr lang="en-US" sz="1400" dirty="0"/>
          </a:p>
          <a:p>
            <a:pPr marL="457200" indent="-457200">
              <a:lnSpc>
                <a:spcPct val="80000"/>
              </a:lnSpc>
              <a:buSzTx/>
              <a:buFont typeface="Wingdings" pitchFamily="2" charset="2"/>
              <a:buNone/>
              <a:defRPr/>
            </a:pPr>
            <a:endParaRPr lang="en-US" sz="1400" dirty="0"/>
          </a:p>
        </p:txBody>
      </p:sp>
    </p:spTree>
    <p:extLst>
      <p:ext uri="{BB962C8B-B14F-4D97-AF65-F5344CB8AC3E}">
        <p14:creationId xmlns:p14="http://schemas.microsoft.com/office/powerpoint/2010/main" val="4037161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5692DB0-D2E6-F747-82A6-5EDE25C20897}"/>
              </a:ext>
            </a:extLst>
          </p:cNvPr>
          <p:cNvSpPr>
            <a:spLocks noGrp="1"/>
          </p:cNvSpPr>
          <p:nvPr>
            <p:ph type="title"/>
          </p:nvPr>
        </p:nvSpPr>
        <p:spPr>
          <a:xfrm>
            <a:off x="609602" y="457200"/>
            <a:ext cx="10769600" cy="990600"/>
          </a:xfrm>
        </p:spPr>
        <p:txBody>
          <a:bodyPr/>
          <a:lstStyle/>
          <a:p>
            <a:r>
              <a:rPr lang="en-US" dirty="0"/>
              <a:t>Image Resources</a:t>
            </a:r>
          </a:p>
        </p:txBody>
      </p:sp>
      <p:sp>
        <p:nvSpPr>
          <p:cNvPr id="2" name="TextBox 1">
            <a:extLst>
              <a:ext uri="{FF2B5EF4-FFF2-40B4-BE49-F238E27FC236}">
                <a16:creationId xmlns:a16="http://schemas.microsoft.com/office/drawing/2014/main" id="{8FC4E5CC-D9D1-0970-C574-5489F213107C}"/>
              </a:ext>
            </a:extLst>
          </p:cNvPr>
          <p:cNvSpPr txBox="1"/>
          <p:nvPr/>
        </p:nvSpPr>
        <p:spPr>
          <a:xfrm>
            <a:off x="711202" y="6181045"/>
            <a:ext cx="10769601" cy="370248"/>
          </a:xfrm>
          <a:prstGeom prst="rect">
            <a:avLst/>
          </a:prstGeom>
          <a:noFill/>
        </p:spPr>
        <p:txBody>
          <a:bodyPr wrap="square" rtlCol="0">
            <a:spAutoFit/>
          </a:bodyPr>
          <a:lstStyle/>
          <a:p>
            <a:pPr algn="ctr"/>
            <a:r>
              <a:rPr lang="en-US" sz="1805" b="1" i="1" dirty="0">
                <a:solidFill>
                  <a:schemeClr val="accent1"/>
                </a:solidFill>
                <a:latin typeface="Arial" pitchFamily="34" charset="0"/>
                <a:cs typeface="Arial" pitchFamily="34" charset="0"/>
              </a:rPr>
              <a:t>V26.0</a:t>
            </a:r>
            <a:r>
              <a:rPr lang="en-US" sz="1805" i="1" dirty="0">
                <a:solidFill>
                  <a:schemeClr val="accent1"/>
                </a:solidFill>
                <a:latin typeface="Arial" pitchFamily="34" charset="0"/>
                <a:cs typeface="Arial" pitchFamily="34" charset="0"/>
              </a:rPr>
              <a:t>  Delete this slide before finalizing your presentation.</a:t>
            </a:r>
          </a:p>
        </p:txBody>
      </p:sp>
      <p:sp>
        <p:nvSpPr>
          <p:cNvPr id="9" name="Rectangle 8">
            <a:extLst>
              <a:ext uri="{FF2B5EF4-FFF2-40B4-BE49-F238E27FC236}">
                <a16:creationId xmlns:a16="http://schemas.microsoft.com/office/drawing/2014/main" id="{85D8DE21-1FF4-262E-2475-683BCB848DD0}"/>
              </a:ext>
            </a:extLst>
          </p:cNvPr>
          <p:cNvSpPr/>
          <p:nvPr/>
        </p:nvSpPr>
        <p:spPr>
          <a:xfrm>
            <a:off x="762000" y="1295401"/>
            <a:ext cx="3314700" cy="4572000"/>
          </a:xfrm>
          <a:prstGeom prst="rect">
            <a:avLst/>
          </a:prstGeom>
          <a:solidFill>
            <a:schemeClr val="bg1"/>
          </a:solidFill>
          <a:ln>
            <a:noFill/>
          </a:ln>
          <a:effectLst>
            <a:outerShdw blurRad="47724" dir="5400000" sx="101000" sy="101000" algn="ctr" rotWithShape="0">
              <a:srgbClr val="000000">
                <a:alpha val="11926"/>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0" name="Rectangle 9">
            <a:extLst>
              <a:ext uri="{FF2B5EF4-FFF2-40B4-BE49-F238E27FC236}">
                <a16:creationId xmlns:a16="http://schemas.microsoft.com/office/drawing/2014/main" id="{20403FEB-CA58-8C93-23A9-5113691CB03A}"/>
              </a:ext>
            </a:extLst>
          </p:cNvPr>
          <p:cNvSpPr/>
          <p:nvPr/>
        </p:nvSpPr>
        <p:spPr>
          <a:xfrm>
            <a:off x="4362450" y="1295401"/>
            <a:ext cx="3314700" cy="4572000"/>
          </a:xfrm>
          <a:prstGeom prst="rect">
            <a:avLst/>
          </a:prstGeom>
          <a:solidFill>
            <a:schemeClr val="bg1"/>
          </a:solidFill>
          <a:ln>
            <a:noFill/>
          </a:ln>
          <a:effectLst>
            <a:outerShdw blurRad="47724" dir="5400000" sx="101000" sy="101000" algn="ctr" rotWithShape="0">
              <a:srgbClr val="000000">
                <a:alpha val="11926"/>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1" name="Rectangle 10">
            <a:extLst>
              <a:ext uri="{FF2B5EF4-FFF2-40B4-BE49-F238E27FC236}">
                <a16:creationId xmlns:a16="http://schemas.microsoft.com/office/drawing/2014/main" id="{62E630A3-EBB1-716C-07C3-6E4C6FA2AD9B}"/>
              </a:ext>
            </a:extLst>
          </p:cNvPr>
          <p:cNvSpPr/>
          <p:nvPr/>
        </p:nvSpPr>
        <p:spPr>
          <a:xfrm>
            <a:off x="7962900" y="1295401"/>
            <a:ext cx="3314700" cy="4572000"/>
          </a:xfrm>
          <a:prstGeom prst="rect">
            <a:avLst/>
          </a:prstGeom>
          <a:solidFill>
            <a:schemeClr val="bg1"/>
          </a:solidFill>
          <a:ln>
            <a:noFill/>
          </a:ln>
          <a:effectLst>
            <a:outerShdw blurRad="47724" dir="5400000" sx="101000" sy="101000" algn="ctr" rotWithShape="0">
              <a:srgbClr val="000000">
                <a:alpha val="11926"/>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2" name="Rectangle 11">
            <a:extLst>
              <a:ext uri="{FF2B5EF4-FFF2-40B4-BE49-F238E27FC236}">
                <a16:creationId xmlns:a16="http://schemas.microsoft.com/office/drawing/2014/main" id="{107AB60C-60BD-18B4-D56E-5BB081D775D6}"/>
              </a:ext>
            </a:extLst>
          </p:cNvPr>
          <p:cNvSpPr/>
          <p:nvPr/>
        </p:nvSpPr>
        <p:spPr>
          <a:xfrm>
            <a:off x="4876800" y="1767381"/>
            <a:ext cx="2438400" cy="1643527"/>
          </a:xfrm>
          <a:prstGeom prst="rect">
            <a:avLst/>
          </a:prstGeom>
        </p:spPr>
        <p:txBody>
          <a:bodyPr wrap="square">
            <a:spAutoFit/>
          </a:bodyPr>
          <a:lstStyle/>
          <a:p>
            <a:pPr lvl="0">
              <a:lnSpc>
                <a:spcPct val="90000"/>
              </a:lnSpc>
              <a:defRPr/>
            </a:pPr>
            <a:r>
              <a:rPr lang="en-US" sz="1400">
                <a:hlinkClick r:id="rId2" tooltip="Finding IMages and Stock Photos"/>
              </a:rPr>
              <a:t>Best Practices for Finding Images and Stock Photos</a:t>
            </a:r>
            <a:endParaRPr lang="en-US" sz="1400"/>
          </a:p>
          <a:p>
            <a:pPr lvl="0">
              <a:lnSpc>
                <a:spcPct val="90000"/>
              </a:lnSpc>
              <a:defRPr/>
            </a:pPr>
            <a:endParaRPr lang="en-US" sz="2400"/>
          </a:p>
          <a:p>
            <a:pPr lvl="0">
              <a:lnSpc>
                <a:spcPct val="90000"/>
              </a:lnSpc>
              <a:defRPr/>
            </a:pPr>
            <a:r>
              <a:rPr lang="en-US" sz="1200"/>
              <a:t>Get guidelines for using the </a:t>
            </a:r>
            <a:r>
              <a:rPr lang="en-US" sz="1200" u="sng">
                <a:hlinkClick r:id="rId3" tooltip="https://assets.mathworks.com/images.html"/>
              </a:rPr>
              <a:t>MathWorks Asset Library</a:t>
            </a:r>
            <a:r>
              <a:rPr lang="en-US" sz="1200"/>
              <a:t> (with over 30k images), stock photography, illustrations, clip art, and more.</a:t>
            </a:r>
            <a:endParaRPr lang="en-US" sz="1200">
              <a:hlinkClick r:id="rId4"/>
            </a:endParaRPr>
          </a:p>
        </p:txBody>
      </p:sp>
      <p:sp>
        <p:nvSpPr>
          <p:cNvPr id="13" name="Rectangle 12">
            <a:extLst>
              <a:ext uri="{FF2B5EF4-FFF2-40B4-BE49-F238E27FC236}">
                <a16:creationId xmlns:a16="http://schemas.microsoft.com/office/drawing/2014/main" id="{28B41494-CC01-916C-B103-560E70706928}"/>
              </a:ext>
            </a:extLst>
          </p:cNvPr>
          <p:cNvSpPr/>
          <p:nvPr/>
        </p:nvSpPr>
        <p:spPr>
          <a:xfrm>
            <a:off x="1295400" y="1767381"/>
            <a:ext cx="2457450" cy="1723549"/>
          </a:xfrm>
          <a:prstGeom prst="rect">
            <a:avLst/>
          </a:prstGeom>
        </p:spPr>
        <p:txBody>
          <a:bodyPr wrap="square">
            <a:spAutoFit/>
          </a:bodyPr>
          <a:lstStyle/>
          <a:p>
            <a:r>
              <a:rPr lang="en-US" sz="1400">
                <a:hlinkClick r:id="rId5"/>
              </a:rPr>
              <a:t>MathWorks Design System (Parula)</a:t>
            </a:r>
            <a:br>
              <a:rPr lang="en-US" sz="1400"/>
            </a:br>
            <a:endParaRPr lang="en-US" sz="1400"/>
          </a:p>
          <a:p>
            <a:r>
              <a:rPr lang="en-US" sz="1200"/>
              <a:t>Learn how to create content that better represents the MathWorks brand and access MathWorks logos and release and service marks.</a:t>
            </a:r>
          </a:p>
        </p:txBody>
      </p:sp>
      <p:sp>
        <p:nvSpPr>
          <p:cNvPr id="14" name="Rectangle 13">
            <a:extLst>
              <a:ext uri="{FF2B5EF4-FFF2-40B4-BE49-F238E27FC236}">
                <a16:creationId xmlns:a16="http://schemas.microsoft.com/office/drawing/2014/main" id="{CC9FF489-353D-5126-2E1F-3186AC6A8D7C}"/>
              </a:ext>
            </a:extLst>
          </p:cNvPr>
          <p:cNvSpPr/>
          <p:nvPr/>
        </p:nvSpPr>
        <p:spPr>
          <a:xfrm>
            <a:off x="8371233" y="1767381"/>
            <a:ext cx="2498035" cy="1117229"/>
          </a:xfrm>
          <a:prstGeom prst="rect">
            <a:avLst/>
          </a:prstGeom>
        </p:spPr>
        <p:txBody>
          <a:bodyPr wrap="square">
            <a:spAutoFit/>
          </a:bodyPr>
          <a:lstStyle/>
          <a:p>
            <a:pPr lvl="0">
              <a:lnSpc>
                <a:spcPct val="90000"/>
              </a:lnSpc>
              <a:defRPr/>
            </a:pPr>
            <a:r>
              <a:rPr lang="en-US" sz="1400">
                <a:hlinkClick r:id="rId6"/>
              </a:rPr>
              <a:t>Pictogram Library</a:t>
            </a:r>
            <a:endParaRPr lang="en-US" sz="1400"/>
          </a:p>
          <a:p>
            <a:pPr lvl="0">
              <a:lnSpc>
                <a:spcPct val="90000"/>
              </a:lnSpc>
              <a:defRPr/>
            </a:pPr>
            <a:endParaRPr lang="en-US" sz="1200"/>
          </a:p>
          <a:p>
            <a:pPr lvl="0">
              <a:lnSpc>
                <a:spcPct val="90000"/>
              </a:lnSpc>
              <a:defRPr/>
            </a:pPr>
            <a:r>
              <a:rPr lang="en-US" sz="1200"/>
              <a:t>A standard collection of MathWorks pictograms available for use in presentations, diagrams, etc.</a:t>
            </a:r>
          </a:p>
        </p:txBody>
      </p:sp>
      <p:sp>
        <p:nvSpPr>
          <p:cNvPr id="15" name="AutoShape 2" descr="MathWorks Parula Design System">
            <a:extLst>
              <a:ext uri="{FF2B5EF4-FFF2-40B4-BE49-F238E27FC236}">
                <a16:creationId xmlns:a16="http://schemas.microsoft.com/office/drawing/2014/main" id="{2E9BF4DA-6C41-E4E2-29A2-E54A1FE7CF2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6" name="Graphic 15">
            <a:extLst>
              <a:ext uri="{FF2B5EF4-FFF2-40B4-BE49-F238E27FC236}">
                <a16:creationId xmlns:a16="http://schemas.microsoft.com/office/drawing/2014/main" id="{83D82319-0C01-DEDB-5911-E00B5C1034F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10272" y="3641837"/>
            <a:ext cx="2027705" cy="1723549"/>
          </a:xfrm>
          <a:prstGeom prst="rect">
            <a:avLst/>
          </a:prstGeom>
        </p:spPr>
      </p:pic>
      <p:pic>
        <p:nvPicPr>
          <p:cNvPr id="17" name="Picture 16">
            <a:extLst>
              <a:ext uri="{FF2B5EF4-FFF2-40B4-BE49-F238E27FC236}">
                <a16:creationId xmlns:a16="http://schemas.microsoft.com/office/drawing/2014/main" id="{DD289A20-F662-8624-6ACB-81F7614BE0AF}"/>
              </a:ext>
            </a:extLst>
          </p:cNvPr>
          <p:cNvPicPr>
            <a:picLocks noChangeAspect="1"/>
          </p:cNvPicPr>
          <p:nvPr/>
        </p:nvPicPr>
        <p:blipFill>
          <a:blip r:embed="rId8" cstate="print">
            <a:extLst>
              <a:ext uri="{28A0092B-C50C-407E-A947-70E740481C1C}">
                <a14:useLocalDpi xmlns:a14="http://schemas.microsoft.com/office/drawing/2010/main" val="0"/>
              </a:ext>
            </a:extLst>
          </a:blip>
          <a:srcRect r="35814"/>
          <a:stretch>
            <a:fillRect/>
          </a:stretch>
        </p:blipFill>
        <p:spPr>
          <a:xfrm>
            <a:off x="4980744" y="3590244"/>
            <a:ext cx="2394650" cy="1720773"/>
          </a:xfrm>
          <a:prstGeom prst="rect">
            <a:avLst/>
          </a:prstGeom>
        </p:spPr>
      </p:pic>
      <p:grpSp>
        <p:nvGrpSpPr>
          <p:cNvPr id="18" name="Group 17">
            <a:extLst>
              <a:ext uri="{FF2B5EF4-FFF2-40B4-BE49-F238E27FC236}">
                <a16:creationId xmlns:a16="http://schemas.microsoft.com/office/drawing/2014/main" id="{655B84A1-DD47-0534-8283-254E6892F09C}"/>
              </a:ext>
            </a:extLst>
          </p:cNvPr>
          <p:cNvGrpSpPr/>
          <p:nvPr/>
        </p:nvGrpSpPr>
        <p:grpSpPr>
          <a:xfrm>
            <a:off x="8486187" y="3239729"/>
            <a:ext cx="2029413" cy="2052597"/>
            <a:chOff x="9816555" y="3568421"/>
            <a:chExt cx="1981200" cy="2003834"/>
          </a:xfrm>
        </p:grpSpPr>
        <p:pic>
          <p:nvPicPr>
            <p:cNvPr id="19" name="Graphic 18">
              <a:extLst>
                <a:ext uri="{FF2B5EF4-FFF2-40B4-BE49-F238E27FC236}">
                  <a16:creationId xmlns:a16="http://schemas.microsoft.com/office/drawing/2014/main" id="{291DB9B5-13E2-EC2E-C29E-C0F573D8694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16555" y="3568421"/>
              <a:ext cx="990600" cy="990600"/>
            </a:xfrm>
            <a:prstGeom prst="rect">
              <a:avLst/>
            </a:prstGeom>
          </p:spPr>
        </p:pic>
        <p:pic>
          <p:nvPicPr>
            <p:cNvPr id="20" name="Graphic 19">
              <a:extLst>
                <a:ext uri="{FF2B5EF4-FFF2-40B4-BE49-F238E27FC236}">
                  <a16:creationId xmlns:a16="http://schemas.microsoft.com/office/drawing/2014/main" id="{34A828DA-02E2-D6D1-BC67-9644BBC2A9F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807155" y="4581655"/>
              <a:ext cx="990600" cy="990600"/>
            </a:xfrm>
            <a:prstGeom prst="rect">
              <a:avLst/>
            </a:prstGeom>
          </p:spPr>
        </p:pic>
        <p:pic>
          <p:nvPicPr>
            <p:cNvPr id="21" name="Graphic 20">
              <a:extLst>
                <a:ext uri="{FF2B5EF4-FFF2-40B4-BE49-F238E27FC236}">
                  <a16:creationId xmlns:a16="http://schemas.microsoft.com/office/drawing/2014/main" id="{E8048C6F-8792-67C2-C239-428C597D556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816555" y="4581655"/>
              <a:ext cx="990600" cy="990600"/>
            </a:xfrm>
            <a:prstGeom prst="rect">
              <a:avLst/>
            </a:prstGeom>
          </p:spPr>
        </p:pic>
        <p:pic>
          <p:nvPicPr>
            <p:cNvPr id="22" name="Graphic 21">
              <a:extLst>
                <a:ext uri="{FF2B5EF4-FFF2-40B4-BE49-F238E27FC236}">
                  <a16:creationId xmlns:a16="http://schemas.microsoft.com/office/drawing/2014/main" id="{95709BF4-BDB6-D339-6E66-363CAE00858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807155" y="3568421"/>
              <a:ext cx="990600" cy="990600"/>
            </a:xfrm>
            <a:prstGeom prst="rect">
              <a:avLst/>
            </a:prstGeom>
          </p:spPr>
        </p:pic>
      </p:grpSp>
    </p:spTree>
    <p:extLst>
      <p:ext uri="{BB962C8B-B14F-4D97-AF65-F5344CB8AC3E}">
        <p14:creationId xmlns:p14="http://schemas.microsoft.com/office/powerpoint/2010/main" val="3473861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8EF9E8B-F494-5847-93A6-CE270C8762B3}"/>
              </a:ext>
            </a:extLst>
          </p:cNvPr>
          <p:cNvSpPr>
            <a:spLocks noGrp="1"/>
          </p:cNvSpPr>
          <p:nvPr>
            <p:ph type="title"/>
          </p:nvPr>
        </p:nvSpPr>
        <p:spPr>
          <a:xfrm>
            <a:off x="609602" y="457200"/>
            <a:ext cx="10769600" cy="990600"/>
          </a:xfrm>
        </p:spPr>
        <p:txBody>
          <a:bodyPr/>
          <a:lstStyle/>
          <a:p>
            <a:r>
              <a:rPr lang="en-US" dirty="0"/>
              <a:t>Image Resources</a:t>
            </a:r>
          </a:p>
        </p:txBody>
      </p:sp>
      <p:sp>
        <p:nvSpPr>
          <p:cNvPr id="4" name="TextBox 3">
            <a:extLst>
              <a:ext uri="{FF2B5EF4-FFF2-40B4-BE49-F238E27FC236}">
                <a16:creationId xmlns:a16="http://schemas.microsoft.com/office/drawing/2014/main" id="{A2F1C23D-4A68-777E-324C-2A57813A8179}"/>
              </a:ext>
            </a:extLst>
          </p:cNvPr>
          <p:cNvSpPr txBox="1"/>
          <p:nvPr/>
        </p:nvSpPr>
        <p:spPr>
          <a:xfrm>
            <a:off x="711202" y="6181045"/>
            <a:ext cx="10769601" cy="370248"/>
          </a:xfrm>
          <a:prstGeom prst="rect">
            <a:avLst/>
          </a:prstGeom>
          <a:noFill/>
        </p:spPr>
        <p:txBody>
          <a:bodyPr wrap="square" rtlCol="0">
            <a:spAutoFit/>
          </a:bodyPr>
          <a:lstStyle/>
          <a:p>
            <a:pPr algn="ctr"/>
            <a:r>
              <a:rPr lang="en-US" sz="1805" b="1" i="1" dirty="0">
                <a:solidFill>
                  <a:schemeClr val="accent1"/>
                </a:solidFill>
                <a:latin typeface="Arial" pitchFamily="34" charset="0"/>
                <a:cs typeface="Arial" pitchFamily="34" charset="0"/>
              </a:rPr>
              <a:t>V26.0</a:t>
            </a:r>
            <a:r>
              <a:rPr lang="en-US" sz="1805" i="1" dirty="0">
                <a:solidFill>
                  <a:schemeClr val="accent1"/>
                </a:solidFill>
                <a:latin typeface="Arial" pitchFamily="34" charset="0"/>
                <a:cs typeface="Arial" pitchFamily="34" charset="0"/>
              </a:rPr>
              <a:t>  Delete this slide before finalizing your presentation.</a:t>
            </a:r>
          </a:p>
        </p:txBody>
      </p:sp>
      <p:sp>
        <p:nvSpPr>
          <p:cNvPr id="3" name="Rectangle 2">
            <a:extLst>
              <a:ext uri="{FF2B5EF4-FFF2-40B4-BE49-F238E27FC236}">
                <a16:creationId xmlns:a16="http://schemas.microsoft.com/office/drawing/2014/main" id="{A5B47FC7-7C67-970D-D706-B7A222481DC3}"/>
              </a:ext>
            </a:extLst>
          </p:cNvPr>
          <p:cNvSpPr/>
          <p:nvPr/>
        </p:nvSpPr>
        <p:spPr>
          <a:xfrm>
            <a:off x="762000" y="1295401"/>
            <a:ext cx="3314700" cy="4572000"/>
          </a:xfrm>
          <a:prstGeom prst="rect">
            <a:avLst/>
          </a:prstGeom>
          <a:solidFill>
            <a:schemeClr val="bg1"/>
          </a:solidFill>
          <a:ln>
            <a:noFill/>
          </a:ln>
          <a:effectLst>
            <a:outerShdw blurRad="47724" dir="5400000" sx="101000" sy="101000" algn="ctr" rotWithShape="0">
              <a:srgbClr val="000000">
                <a:alpha val="11926"/>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 name="Rectangle 5">
            <a:extLst>
              <a:ext uri="{FF2B5EF4-FFF2-40B4-BE49-F238E27FC236}">
                <a16:creationId xmlns:a16="http://schemas.microsoft.com/office/drawing/2014/main" id="{EF24607E-6AEE-10AD-E586-EF95EE166D28}"/>
              </a:ext>
            </a:extLst>
          </p:cNvPr>
          <p:cNvSpPr/>
          <p:nvPr/>
        </p:nvSpPr>
        <p:spPr>
          <a:xfrm>
            <a:off x="4362450" y="1295401"/>
            <a:ext cx="3314700" cy="4572000"/>
          </a:xfrm>
          <a:prstGeom prst="rect">
            <a:avLst/>
          </a:prstGeom>
          <a:solidFill>
            <a:schemeClr val="bg1"/>
          </a:solidFill>
          <a:ln>
            <a:noFill/>
          </a:ln>
          <a:effectLst>
            <a:outerShdw blurRad="47724" dir="5400000" sx="101000" sy="101000" algn="ctr" rotWithShape="0">
              <a:srgbClr val="000000">
                <a:alpha val="11926"/>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 name="Rectangle 6">
            <a:extLst>
              <a:ext uri="{FF2B5EF4-FFF2-40B4-BE49-F238E27FC236}">
                <a16:creationId xmlns:a16="http://schemas.microsoft.com/office/drawing/2014/main" id="{78126C69-1C40-90AE-99CF-A60571373D91}"/>
              </a:ext>
            </a:extLst>
          </p:cNvPr>
          <p:cNvSpPr/>
          <p:nvPr/>
        </p:nvSpPr>
        <p:spPr>
          <a:xfrm>
            <a:off x="7962900" y="1295401"/>
            <a:ext cx="3314700" cy="4572000"/>
          </a:xfrm>
          <a:prstGeom prst="rect">
            <a:avLst/>
          </a:prstGeom>
          <a:solidFill>
            <a:schemeClr val="bg1"/>
          </a:solidFill>
          <a:ln>
            <a:noFill/>
          </a:ln>
          <a:effectLst>
            <a:outerShdw blurRad="47724" dir="5400000" sx="101000" sy="101000" algn="ctr" rotWithShape="0">
              <a:srgbClr val="000000">
                <a:alpha val="11926"/>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8" name="Rectangle 7">
            <a:extLst>
              <a:ext uri="{FF2B5EF4-FFF2-40B4-BE49-F238E27FC236}">
                <a16:creationId xmlns:a16="http://schemas.microsoft.com/office/drawing/2014/main" id="{92BA9A69-575A-2B5A-8408-52DDFDFDE55A}"/>
              </a:ext>
            </a:extLst>
          </p:cNvPr>
          <p:cNvSpPr/>
          <p:nvPr/>
        </p:nvSpPr>
        <p:spPr>
          <a:xfrm>
            <a:off x="4876800" y="1767381"/>
            <a:ext cx="2438400" cy="1449628"/>
          </a:xfrm>
          <a:prstGeom prst="rect">
            <a:avLst/>
          </a:prstGeom>
        </p:spPr>
        <p:txBody>
          <a:bodyPr wrap="square">
            <a:spAutoFit/>
          </a:bodyPr>
          <a:lstStyle/>
          <a:p>
            <a:pPr lvl="0">
              <a:lnSpc>
                <a:spcPct val="90000"/>
              </a:lnSpc>
              <a:defRPr/>
            </a:pPr>
            <a:r>
              <a:rPr lang="en-US" sz="1400">
                <a:hlinkClick r:id="rId2"/>
              </a:rPr>
              <a:t>Illustration Style</a:t>
            </a:r>
            <a:endParaRPr lang="en-US" sz="1400"/>
          </a:p>
          <a:p>
            <a:pPr lvl="0">
              <a:lnSpc>
                <a:spcPct val="90000"/>
              </a:lnSpc>
              <a:defRPr/>
            </a:pPr>
            <a:endParaRPr lang="en-US" sz="1200"/>
          </a:p>
          <a:p>
            <a:pPr lvl="0">
              <a:lnSpc>
                <a:spcPct val="90000"/>
              </a:lnSpc>
              <a:defRPr/>
            </a:pPr>
            <a:r>
              <a:rPr lang="en-US" sz="1200"/>
              <a:t>Get illustrations in categories including Avatars, Personas, Technology, Transportation, Sports, and more. Find the complete set alongside some rules and recommendations.</a:t>
            </a:r>
          </a:p>
        </p:txBody>
      </p:sp>
      <p:sp>
        <p:nvSpPr>
          <p:cNvPr id="9" name="Rectangle 8">
            <a:extLst>
              <a:ext uri="{FF2B5EF4-FFF2-40B4-BE49-F238E27FC236}">
                <a16:creationId xmlns:a16="http://schemas.microsoft.com/office/drawing/2014/main" id="{608517EC-402A-E651-C9C6-81F21786B1BD}"/>
              </a:ext>
            </a:extLst>
          </p:cNvPr>
          <p:cNvSpPr/>
          <p:nvPr/>
        </p:nvSpPr>
        <p:spPr>
          <a:xfrm>
            <a:off x="1295400" y="1767381"/>
            <a:ext cx="2457450" cy="1643527"/>
          </a:xfrm>
          <a:prstGeom prst="rect">
            <a:avLst/>
          </a:prstGeom>
        </p:spPr>
        <p:txBody>
          <a:bodyPr wrap="square">
            <a:spAutoFit/>
          </a:bodyPr>
          <a:lstStyle/>
          <a:p>
            <a:pPr lvl="0">
              <a:lnSpc>
                <a:spcPct val="90000"/>
              </a:lnSpc>
              <a:defRPr/>
            </a:pPr>
            <a:r>
              <a:rPr lang="en-US" sz="1400">
                <a:solidFill>
                  <a:srgbClr val="FF0000"/>
                </a:solidFill>
                <a:hlinkClick r:id="rId3"/>
              </a:rPr>
              <a:t>Technical and Workflow Diagram Toolkit</a:t>
            </a:r>
            <a:br>
              <a:rPr lang="en-US" sz="1200">
                <a:hlinkClick r:id="rId3"/>
              </a:rPr>
            </a:br>
            <a:endParaRPr lang="en-US" sz="1200"/>
          </a:p>
          <a:p>
            <a:pPr lvl="0">
              <a:lnSpc>
                <a:spcPct val="90000"/>
              </a:lnSpc>
              <a:defRPr/>
            </a:pPr>
            <a:r>
              <a:rPr lang="en-US" sz="1200"/>
              <a:t>Create simple or complex technical diagrams using provided elements. Each component is an individual artifact for use in presentation materials or video assets.</a:t>
            </a:r>
          </a:p>
        </p:txBody>
      </p:sp>
      <p:pic>
        <p:nvPicPr>
          <p:cNvPr id="10" name="Picture 9" descr="Diagram&#10;&#10;Description automatically generated">
            <a:extLst>
              <a:ext uri="{FF2B5EF4-FFF2-40B4-BE49-F238E27FC236}">
                <a16:creationId xmlns:a16="http://schemas.microsoft.com/office/drawing/2014/main" id="{309BF1E3-9B95-8B09-9D77-89F656A5E49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5046" y="3724552"/>
            <a:ext cx="1708131" cy="1724516"/>
          </a:xfrm>
          <a:prstGeom prst="rect">
            <a:avLst/>
          </a:prstGeom>
        </p:spPr>
      </p:pic>
      <p:pic>
        <p:nvPicPr>
          <p:cNvPr id="11" name="Picture 43">
            <a:extLst>
              <a:ext uri="{FF2B5EF4-FFF2-40B4-BE49-F238E27FC236}">
                <a16:creationId xmlns:a16="http://schemas.microsoft.com/office/drawing/2014/main" id="{0B6422FE-4F1A-024F-78E3-F06225CE538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6209722" y="3730261"/>
            <a:ext cx="773351" cy="773351"/>
          </a:xfrm>
          <a:prstGeom prst="rect">
            <a:avLst/>
          </a:prstGeom>
        </p:spPr>
      </p:pic>
      <p:pic>
        <p:nvPicPr>
          <p:cNvPr id="12" name="Picture 47">
            <a:extLst>
              <a:ext uri="{FF2B5EF4-FFF2-40B4-BE49-F238E27FC236}">
                <a16:creationId xmlns:a16="http://schemas.microsoft.com/office/drawing/2014/main" id="{DACBE9FB-088A-D5F1-CCCA-5649B68B035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5000878" y="3812988"/>
            <a:ext cx="773351" cy="773351"/>
          </a:xfrm>
          <a:prstGeom prst="rect">
            <a:avLst/>
          </a:prstGeom>
        </p:spPr>
      </p:pic>
      <p:pic>
        <p:nvPicPr>
          <p:cNvPr id="13" name="Picture 40">
            <a:extLst>
              <a:ext uri="{FF2B5EF4-FFF2-40B4-BE49-F238E27FC236}">
                <a16:creationId xmlns:a16="http://schemas.microsoft.com/office/drawing/2014/main" id="{9800A2F2-02B0-EBA0-308D-8427312A7ED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5000878" y="4747424"/>
            <a:ext cx="966688" cy="773351"/>
          </a:xfrm>
          <a:prstGeom prst="rect">
            <a:avLst/>
          </a:prstGeom>
        </p:spPr>
      </p:pic>
      <p:pic>
        <p:nvPicPr>
          <p:cNvPr id="14" name="Graphic 13">
            <a:extLst>
              <a:ext uri="{FF2B5EF4-FFF2-40B4-BE49-F238E27FC236}">
                <a16:creationId xmlns:a16="http://schemas.microsoft.com/office/drawing/2014/main" id="{E29F1C6B-F1EB-09CD-7C72-4C8ABCEF0B12}"/>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03359" y="4653920"/>
            <a:ext cx="773352" cy="773352"/>
          </a:xfrm>
          <a:prstGeom prst="rect">
            <a:avLst/>
          </a:prstGeom>
        </p:spPr>
      </p:pic>
      <p:sp>
        <p:nvSpPr>
          <p:cNvPr id="15" name="Rectangle 14">
            <a:extLst>
              <a:ext uri="{FF2B5EF4-FFF2-40B4-BE49-F238E27FC236}">
                <a16:creationId xmlns:a16="http://schemas.microsoft.com/office/drawing/2014/main" id="{7F868525-7DFF-2098-8EF6-C96585175C65}"/>
              </a:ext>
            </a:extLst>
          </p:cNvPr>
          <p:cNvSpPr/>
          <p:nvPr/>
        </p:nvSpPr>
        <p:spPr>
          <a:xfrm>
            <a:off x="8371233" y="1767381"/>
            <a:ext cx="2498035" cy="784830"/>
          </a:xfrm>
          <a:prstGeom prst="rect">
            <a:avLst/>
          </a:prstGeom>
        </p:spPr>
        <p:txBody>
          <a:bodyPr wrap="square" lIns="91440" tIns="45720" rIns="91440" bIns="45720" anchor="t">
            <a:spAutoFit/>
          </a:bodyPr>
          <a:lstStyle/>
          <a:p>
            <a:pPr lvl="0">
              <a:lnSpc>
                <a:spcPct val="90000"/>
              </a:lnSpc>
              <a:defRPr/>
            </a:pPr>
            <a:r>
              <a:rPr lang="en-US" sz="1400" dirty="0">
                <a:hlinkClick r:id="rId9"/>
              </a:rPr>
              <a:t>Icon ID Catalog</a:t>
            </a:r>
            <a:r>
              <a:rPr lang="en-US" sz="1400" dirty="0"/>
              <a:t> (theme-able)</a:t>
            </a:r>
          </a:p>
          <a:p>
            <a:pPr lvl="0">
              <a:lnSpc>
                <a:spcPct val="90000"/>
              </a:lnSpc>
              <a:defRPr/>
            </a:pPr>
            <a:endParaRPr lang="en-US" sz="1200" dirty="0"/>
          </a:p>
          <a:p>
            <a:pPr lvl="0">
              <a:lnSpc>
                <a:spcPct val="90000"/>
              </a:lnSpc>
              <a:defRPr/>
            </a:pPr>
            <a:r>
              <a:rPr lang="en-US" sz="1200" dirty="0"/>
              <a:t>Find toolstrip, block, plot, and other in-product icons.</a:t>
            </a:r>
          </a:p>
        </p:txBody>
      </p:sp>
      <p:pic>
        <p:nvPicPr>
          <p:cNvPr id="16" name="Picture 15">
            <a:extLst>
              <a:ext uri="{FF2B5EF4-FFF2-40B4-BE49-F238E27FC236}">
                <a16:creationId xmlns:a16="http://schemas.microsoft.com/office/drawing/2014/main" id="{8B57CC94-F654-48C4-5504-F6DE1984B8FA}"/>
              </a:ext>
            </a:extLst>
          </p:cNvPr>
          <p:cNvPicPr>
            <a:picLocks noChangeAspect="1"/>
          </p:cNvPicPr>
          <p:nvPr/>
        </p:nvPicPr>
        <p:blipFill>
          <a:blip r:embed="rId10"/>
          <a:stretch>
            <a:fillRect/>
          </a:stretch>
        </p:blipFill>
        <p:spPr>
          <a:xfrm>
            <a:off x="8500191" y="3771843"/>
            <a:ext cx="2240118" cy="1257357"/>
          </a:xfrm>
          <a:prstGeom prst="rect">
            <a:avLst/>
          </a:prstGeom>
        </p:spPr>
      </p:pic>
    </p:spTree>
    <p:extLst>
      <p:ext uri="{BB962C8B-B14F-4D97-AF65-F5344CB8AC3E}">
        <p14:creationId xmlns:p14="http://schemas.microsoft.com/office/powerpoint/2010/main" val="3934804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6"/>
          <p:cNvSpPr>
            <a:spLocks noGrp="1"/>
          </p:cNvSpPr>
          <p:nvPr>
            <p:ph type="title"/>
          </p:nvPr>
        </p:nvSpPr>
        <p:spPr/>
        <p:txBody>
          <a:bodyPr/>
          <a:lstStyle/>
          <a:p>
            <a:r>
              <a:rPr lang="en-US"/>
              <a:t>Using the Corporate Template</a:t>
            </a:r>
            <a:endParaRPr lang="en-US" dirty="0"/>
          </a:p>
        </p:txBody>
      </p:sp>
      <p:sp>
        <p:nvSpPr>
          <p:cNvPr id="38" name="Content Placeholder 37"/>
          <p:cNvSpPr>
            <a:spLocks noGrp="1"/>
          </p:cNvSpPr>
          <p:nvPr>
            <p:ph idx="1"/>
          </p:nvPr>
        </p:nvSpPr>
        <p:spPr/>
        <p:txBody>
          <a:bodyPr/>
          <a:lstStyle/>
          <a:p>
            <a:r>
              <a:rPr lang="en-US"/>
              <a:t>Avoid manually formatting whenever possible. Instead, use built-in styles, templates, layouts, and colors.</a:t>
            </a:r>
          </a:p>
          <a:p>
            <a:r>
              <a:rPr lang="en-US"/>
              <a:t>When creating new presentations, select the slide layout that best suits your needs from the built-in theme, then add content.</a:t>
            </a:r>
          </a:p>
          <a:p>
            <a:r>
              <a:rPr lang="en-US"/>
              <a:t>When creating custom shapes, text boxes, and other elements, start from scratch rather than reformatting template shapes.</a:t>
            </a:r>
          </a:p>
          <a:p>
            <a:r>
              <a:rPr lang="en-US"/>
              <a:t>When applying the new template to existing presentations, review your presentation carefully and manually adjust any formatting issues that have occurred. For additional help, contact Creative Services.</a:t>
            </a:r>
            <a:endParaRPr lang="en-US" dirty="0"/>
          </a:p>
        </p:txBody>
      </p:sp>
      <p:sp>
        <p:nvSpPr>
          <p:cNvPr id="3" name="TextBox 2">
            <a:extLst>
              <a:ext uri="{FF2B5EF4-FFF2-40B4-BE49-F238E27FC236}">
                <a16:creationId xmlns:a16="http://schemas.microsoft.com/office/drawing/2014/main" id="{6549A42B-3559-9887-E682-FAD364C7B3E3}"/>
              </a:ext>
            </a:extLst>
          </p:cNvPr>
          <p:cNvSpPr txBox="1"/>
          <p:nvPr/>
        </p:nvSpPr>
        <p:spPr>
          <a:xfrm>
            <a:off x="711202" y="6181045"/>
            <a:ext cx="10769601" cy="370248"/>
          </a:xfrm>
          <a:prstGeom prst="rect">
            <a:avLst/>
          </a:prstGeom>
          <a:noFill/>
        </p:spPr>
        <p:txBody>
          <a:bodyPr wrap="square" rtlCol="0">
            <a:spAutoFit/>
          </a:bodyPr>
          <a:lstStyle/>
          <a:p>
            <a:pPr algn="ctr"/>
            <a:r>
              <a:rPr lang="en-US" sz="1805" b="1" i="1" dirty="0">
                <a:solidFill>
                  <a:schemeClr val="accent1"/>
                </a:solidFill>
                <a:latin typeface="Arial" pitchFamily="34" charset="0"/>
                <a:cs typeface="Arial" pitchFamily="34" charset="0"/>
              </a:rPr>
              <a:t>V26.0</a:t>
            </a:r>
            <a:r>
              <a:rPr lang="en-US" sz="1805" i="1" dirty="0">
                <a:solidFill>
                  <a:schemeClr val="accent1"/>
                </a:solidFill>
                <a:latin typeface="Arial" pitchFamily="34" charset="0"/>
                <a:cs typeface="Arial" pitchFamily="34" charset="0"/>
              </a:rPr>
              <a:t>  Delete this slide before finalizing your presentation.</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0">
            <a:extLst>
              <a:ext uri="{FF2B5EF4-FFF2-40B4-BE49-F238E27FC236}">
                <a16:creationId xmlns:a16="http://schemas.microsoft.com/office/drawing/2014/main" id="{F2AEB6E5-29C0-7D41-AABD-CE2B2B5D01E1}"/>
              </a:ext>
            </a:extLst>
          </p:cNvPr>
          <p:cNvSpPr>
            <a:spLocks noGrp="1"/>
          </p:cNvSpPr>
          <p:nvPr>
            <p:ph type="title"/>
          </p:nvPr>
        </p:nvSpPr>
        <p:spPr>
          <a:xfrm>
            <a:off x="609602" y="457200"/>
            <a:ext cx="10769600" cy="990600"/>
          </a:xfrm>
        </p:spPr>
        <p:txBody>
          <a:bodyPr/>
          <a:lstStyle/>
          <a:p>
            <a:r>
              <a:rPr lang="en-US" dirty="0"/>
              <a:t>Color Palette</a:t>
            </a:r>
          </a:p>
        </p:txBody>
      </p:sp>
      <p:sp>
        <p:nvSpPr>
          <p:cNvPr id="3" name="Rectangle 2">
            <a:extLst>
              <a:ext uri="{FF2B5EF4-FFF2-40B4-BE49-F238E27FC236}">
                <a16:creationId xmlns:a16="http://schemas.microsoft.com/office/drawing/2014/main" id="{6C878452-97B3-129E-5AA8-39414C864062}"/>
              </a:ext>
            </a:extLst>
          </p:cNvPr>
          <p:cNvSpPr/>
          <p:nvPr/>
        </p:nvSpPr>
        <p:spPr>
          <a:xfrm>
            <a:off x="7593178" y="1219200"/>
            <a:ext cx="3629886" cy="4167188"/>
          </a:xfrm>
          <a:prstGeom prst="rect">
            <a:avLst/>
          </a:prstGeom>
          <a:solidFill>
            <a:schemeClr val="bg1"/>
          </a:solidFill>
          <a:ln w="6350">
            <a:solidFill>
              <a:schemeClr val="bg1">
                <a:lumMod val="85000"/>
              </a:schemeClr>
            </a:solidFill>
          </a:ln>
          <a:effectLst>
            <a:outerShdw blurRad="50800" dist="38100" dir="2700000" algn="tl"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0" name="Rectangle 29">
            <a:extLst>
              <a:ext uri="{FF2B5EF4-FFF2-40B4-BE49-F238E27FC236}">
                <a16:creationId xmlns:a16="http://schemas.microsoft.com/office/drawing/2014/main" id="{6D85FF5C-BC8E-A040-51D3-FA897C9F638F}"/>
              </a:ext>
            </a:extLst>
          </p:cNvPr>
          <p:cNvSpPr>
            <a:spLocks/>
          </p:cNvSpPr>
          <p:nvPr/>
        </p:nvSpPr>
        <p:spPr>
          <a:xfrm>
            <a:off x="711202" y="1200807"/>
            <a:ext cx="6375398" cy="4185581"/>
          </a:xfrm>
          <a:prstGeom prst="rect">
            <a:avLst/>
          </a:prstGeom>
          <a:solidFill>
            <a:schemeClr val="bg1"/>
          </a:solidFill>
          <a:ln w="6350">
            <a:solidFill>
              <a:schemeClr val="bg1">
                <a:lumMod val="85000"/>
              </a:schemeClr>
            </a:solidFill>
          </a:ln>
          <a:effectLst>
            <a:outerShdw blurRad="50800" dist="38100" dir="2700000" algn="tl"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1" name="TextBox 30">
            <a:extLst>
              <a:ext uri="{FF2B5EF4-FFF2-40B4-BE49-F238E27FC236}">
                <a16:creationId xmlns:a16="http://schemas.microsoft.com/office/drawing/2014/main" id="{9584BCB8-8327-FDCC-3C52-C48D18BC0556}"/>
              </a:ext>
            </a:extLst>
          </p:cNvPr>
          <p:cNvSpPr txBox="1"/>
          <p:nvPr/>
        </p:nvSpPr>
        <p:spPr>
          <a:xfrm>
            <a:off x="968936" y="1374632"/>
            <a:ext cx="5736664" cy="1077218"/>
          </a:xfrm>
          <a:prstGeom prst="rect">
            <a:avLst/>
          </a:prstGeom>
          <a:noFill/>
        </p:spPr>
        <p:txBody>
          <a:bodyPr wrap="square" rtlCol="0">
            <a:spAutoFit/>
          </a:bodyPr>
          <a:lstStyle/>
          <a:p>
            <a:r>
              <a:rPr lang="en-US" sz="1400" dirty="0"/>
              <a:t>MathWorks Brand Colors</a:t>
            </a:r>
          </a:p>
          <a:p>
            <a:endParaRPr lang="en-US" sz="1400" dirty="0"/>
          </a:p>
          <a:p>
            <a:r>
              <a:rPr lang="en-US" sz="1200" dirty="0"/>
              <a:t>The corporate colors are included in the Theme Colors of this PowerPoint file; the primary brand colors and HEX values are shown below. For more colors such as utility and neutral colors, visit the brand guide </a:t>
            </a:r>
            <a:r>
              <a:rPr lang="en-US" sz="1200" dirty="0">
                <a:hlinkClick r:id="rId2"/>
              </a:rPr>
              <a:t>Color Palette</a:t>
            </a:r>
            <a:r>
              <a:rPr lang="en-US" sz="1200" dirty="0"/>
              <a:t>.</a:t>
            </a:r>
          </a:p>
        </p:txBody>
      </p:sp>
      <p:sp>
        <p:nvSpPr>
          <p:cNvPr id="32" name="TextBox 31">
            <a:extLst>
              <a:ext uri="{FF2B5EF4-FFF2-40B4-BE49-F238E27FC236}">
                <a16:creationId xmlns:a16="http://schemas.microsoft.com/office/drawing/2014/main" id="{DBAA399D-642C-BCA0-4E0D-58E91C6EE276}"/>
              </a:ext>
            </a:extLst>
          </p:cNvPr>
          <p:cNvSpPr txBox="1"/>
          <p:nvPr/>
        </p:nvSpPr>
        <p:spPr>
          <a:xfrm>
            <a:off x="7745578" y="1374632"/>
            <a:ext cx="3145665" cy="1446550"/>
          </a:xfrm>
          <a:prstGeom prst="rect">
            <a:avLst/>
          </a:prstGeom>
          <a:noFill/>
        </p:spPr>
        <p:txBody>
          <a:bodyPr wrap="square" rtlCol="0">
            <a:spAutoFit/>
          </a:bodyPr>
          <a:lstStyle/>
          <a:p>
            <a:r>
              <a:rPr lang="en-US" sz="1400"/>
              <a:t>MATLAB Code Colors</a:t>
            </a:r>
          </a:p>
          <a:p>
            <a:endParaRPr lang="en-US" sz="1400"/>
          </a:p>
          <a:p>
            <a:r>
              <a:rPr lang="en-US" sz="1200"/>
              <a:t>They are not included in this file’s default Color Themes due to limited colors, but you can either enter the values below or use the Eyedropper or Format Painter to copy and apply them.</a:t>
            </a:r>
          </a:p>
        </p:txBody>
      </p:sp>
      <p:sp>
        <p:nvSpPr>
          <p:cNvPr id="33" name="TextBox 32">
            <a:extLst>
              <a:ext uri="{FF2B5EF4-FFF2-40B4-BE49-F238E27FC236}">
                <a16:creationId xmlns:a16="http://schemas.microsoft.com/office/drawing/2014/main" id="{84DBBCD5-6457-2155-F6C7-BCAF158B1F47}"/>
              </a:ext>
            </a:extLst>
          </p:cNvPr>
          <p:cNvSpPr txBox="1"/>
          <p:nvPr/>
        </p:nvSpPr>
        <p:spPr>
          <a:xfrm>
            <a:off x="1078832" y="2759951"/>
            <a:ext cx="2270879" cy="230832"/>
          </a:xfrm>
          <a:prstGeom prst="rect">
            <a:avLst/>
          </a:prstGeom>
          <a:noFill/>
        </p:spPr>
        <p:txBody>
          <a:bodyPr wrap="square" rtlCol="0">
            <a:spAutoFit/>
          </a:bodyPr>
          <a:lstStyle/>
          <a:p>
            <a:r>
              <a:rPr lang="en-US" sz="900" b="1"/>
              <a:t>PRIMARY COLORS</a:t>
            </a:r>
          </a:p>
        </p:txBody>
      </p:sp>
      <p:sp>
        <p:nvSpPr>
          <p:cNvPr id="34" name="TextBox 33">
            <a:extLst>
              <a:ext uri="{FF2B5EF4-FFF2-40B4-BE49-F238E27FC236}">
                <a16:creationId xmlns:a16="http://schemas.microsoft.com/office/drawing/2014/main" id="{D3F5C1F7-8E87-4B2E-2B76-C808DC157D8B}"/>
              </a:ext>
            </a:extLst>
          </p:cNvPr>
          <p:cNvSpPr txBox="1"/>
          <p:nvPr/>
        </p:nvSpPr>
        <p:spPr>
          <a:xfrm>
            <a:off x="1981200" y="3033468"/>
            <a:ext cx="609600" cy="338554"/>
          </a:xfrm>
          <a:prstGeom prst="rect">
            <a:avLst/>
          </a:prstGeom>
          <a:noFill/>
        </p:spPr>
        <p:txBody>
          <a:bodyPr wrap="square" rtlCol="0">
            <a:spAutoFit/>
          </a:bodyPr>
          <a:lstStyle/>
          <a:p>
            <a:r>
              <a:rPr lang="en-US" sz="800"/>
              <a:t>HEX: 0076A8 </a:t>
            </a:r>
          </a:p>
        </p:txBody>
      </p:sp>
      <p:sp>
        <p:nvSpPr>
          <p:cNvPr id="35" name="TextBox 34">
            <a:extLst>
              <a:ext uri="{FF2B5EF4-FFF2-40B4-BE49-F238E27FC236}">
                <a16:creationId xmlns:a16="http://schemas.microsoft.com/office/drawing/2014/main" id="{9B379EDA-B59F-708E-2A8C-17171BBD1DDA}"/>
              </a:ext>
            </a:extLst>
          </p:cNvPr>
          <p:cNvSpPr txBox="1"/>
          <p:nvPr/>
        </p:nvSpPr>
        <p:spPr>
          <a:xfrm>
            <a:off x="1979449" y="4713295"/>
            <a:ext cx="609600" cy="338554"/>
          </a:xfrm>
          <a:prstGeom prst="rect">
            <a:avLst/>
          </a:prstGeom>
          <a:noFill/>
        </p:spPr>
        <p:txBody>
          <a:bodyPr wrap="square" rtlCol="0">
            <a:spAutoFit/>
          </a:bodyPr>
          <a:lstStyle/>
          <a:p>
            <a:r>
              <a:rPr lang="en-US" sz="800"/>
              <a:t>HEX: 004B87 </a:t>
            </a:r>
          </a:p>
        </p:txBody>
      </p:sp>
      <p:sp>
        <p:nvSpPr>
          <p:cNvPr id="36" name="TextBox 35">
            <a:extLst>
              <a:ext uri="{FF2B5EF4-FFF2-40B4-BE49-F238E27FC236}">
                <a16:creationId xmlns:a16="http://schemas.microsoft.com/office/drawing/2014/main" id="{D4CB13EC-07B0-47BF-3C2E-E2841638B341}"/>
              </a:ext>
            </a:extLst>
          </p:cNvPr>
          <p:cNvSpPr txBox="1"/>
          <p:nvPr/>
        </p:nvSpPr>
        <p:spPr>
          <a:xfrm>
            <a:off x="1078832" y="4379496"/>
            <a:ext cx="2019302" cy="230832"/>
          </a:xfrm>
          <a:prstGeom prst="rect">
            <a:avLst/>
          </a:prstGeom>
          <a:noFill/>
        </p:spPr>
        <p:txBody>
          <a:bodyPr wrap="square" rtlCol="0">
            <a:spAutoFit/>
          </a:bodyPr>
          <a:lstStyle/>
          <a:p>
            <a:r>
              <a:rPr lang="en-US" sz="900" b="1"/>
              <a:t>SECONDARY COLOR</a:t>
            </a:r>
          </a:p>
        </p:txBody>
      </p:sp>
      <p:sp>
        <p:nvSpPr>
          <p:cNvPr id="37" name="Rectangle 36">
            <a:extLst>
              <a:ext uri="{FF2B5EF4-FFF2-40B4-BE49-F238E27FC236}">
                <a16:creationId xmlns:a16="http://schemas.microsoft.com/office/drawing/2014/main" id="{04256F71-4F54-3670-BE09-1D21C1BF2CA4}"/>
              </a:ext>
            </a:extLst>
          </p:cNvPr>
          <p:cNvSpPr/>
          <p:nvPr/>
        </p:nvSpPr>
        <p:spPr>
          <a:xfrm>
            <a:off x="1177588" y="3033468"/>
            <a:ext cx="790420" cy="4717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8" name="TextBox 37">
            <a:extLst>
              <a:ext uri="{FF2B5EF4-FFF2-40B4-BE49-F238E27FC236}">
                <a16:creationId xmlns:a16="http://schemas.microsoft.com/office/drawing/2014/main" id="{408121FE-B939-986E-4A5A-F8C6B4EE8096}"/>
              </a:ext>
            </a:extLst>
          </p:cNvPr>
          <p:cNvSpPr txBox="1"/>
          <p:nvPr/>
        </p:nvSpPr>
        <p:spPr>
          <a:xfrm>
            <a:off x="1985500" y="3709657"/>
            <a:ext cx="609600" cy="338554"/>
          </a:xfrm>
          <a:prstGeom prst="rect">
            <a:avLst/>
          </a:prstGeom>
          <a:noFill/>
        </p:spPr>
        <p:txBody>
          <a:bodyPr wrap="square" rtlCol="0">
            <a:spAutoFit/>
          </a:bodyPr>
          <a:lstStyle/>
          <a:p>
            <a:r>
              <a:rPr lang="en-US" sz="800"/>
              <a:t>HEX: D78825</a:t>
            </a:r>
          </a:p>
        </p:txBody>
      </p:sp>
      <p:sp>
        <p:nvSpPr>
          <p:cNvPr id="39" name="Rectangle 38">
            <a:extLst>
              <a:ext uri="{FF2B5EF4-FFF2-40B4-BE49-F238E27FC236}">
                <a16:creationId xmlns:a16="http://schemas.microsoft.com/office/drawing/2014/main" id="{488858F9-F95B-2083-A731-92F4896ACB29}"/>
              </a:ext>
            </a:extLst>
          </p:cNvPr>
          <p:cNvSpPr/>
          <p:nvPr/>
        </p:nvSpPr>
        <p:spPr>
          <a:xfrm>
            <a:off x="1177588" y="3643068"/>
            <a:ext cx="790420" cy="4717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0" name="Rectangle 39">
            <a:extLst>
              <a:ext uri="{FF2B5EF4-FFF2-40B4-BE49-F238E27FC236}">
                <a16:creationId xmlns:a16="http://schemas.microsoft.com/office/drawing/2014/main" id="{C3CD2A51-C0C8-6B4F-258A-86E835C4AE9F}"/>
              </a:ext>
            </a:extLst>
          </p:cNvPr>
          <p:cNvSpPr/>
          <p:nvPr/>
        </p:nvSpPr>
        <p:spPr>
          <a:xfrm>
            <a:off x="1177588" y="4633668"/>
            <a:ext cx="790420" cy="4717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1" name="TextBox 40">
            <a:extLst>
              <a:ext uri="{FF2B5EF4-FFF2-40B4-BE49-F238E27FC236}">
                <a16:creationId xmlns:a16="http://schemas.microsoft.com/office/drawing/2014/main" id="{63B952EA-92B7-1780-E3C4-A8AFED71FE48}"/>
              </a:ext>
            </a:extLst>
          </p:cNvPr>
          <p:cNvSpPr txBox="1"/>
          <p:nvPr/>
        </p:nvSpPr>
        <p:spPr>
          <a:xfrm>
            <a:off x="8337481" y="3142323"/>
            <a:ext cx="1046206" cy="461665"/>
          </a:xfrm>
          <a:prstGeom prst="rect">
            <a:avLst/>
          </a:prstGeom>
          <a:noFill/>
        </p:spPr>
        <p:txBody>
          <a:bodyPr wrap="square" rtlCol="0">
            <a:spAutoFit/>
          </a:bodyPr>
          <a:lstStyle/>
          <a:p>
            <a:r>
              <a:rPr lang="en-US" sz="800" b="1"/>
              <a:t>REGULAR CODE</a:t>
            </a:r>
          </a:p>
          <a:p>
            <a:r>
              <a:rPr lang="en-US" sz="800"/>
              <a:t>HEX: 000000</a:t>
            </a:r>
          </a:p>
          <a:p>
            <a:r>
              <a:rPr lang="en-US" sz="800"/>
              <a:t>RGB: 0, 0, 0</a:t>
            </a:r>
          </a:p>
        </p:txBody>
      </p:sp>
      <p:sp>
        <p:nvSpPr>
          <p:cNvPr id="42" name="Rectangle 41">
            <a:extLst>
              <a:ext uri="{FF2B5EF4-FFF2-40B4-BE49-F238E27FC236}">
                <a16:creationId xmlns:a16="http://schemas.microsoft.com/office/drawing/2014/main" id="{38C11291-E864-09BE-E4E0-E4E96531E32D}"/>
              </a:ext>
            </a:extLst>
          </p:cNvPr>
          <p:cNvSpPr/>
          <p:nvPr/>
        </p:nvSpPr>
        <p:spPr>
          <a:xfrm>
            <a:off x="7897979" y="3142323"/>
            <a:ext cx="439502" cy="4717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3" name="TextBox 42">
            <a:extLst>
              <a:ext uri="{FF2B5EF4-FFF2-40B4-BE49-F238E27FC236}">
                <a16:creationId xmlns:a16="http://schemas.microsoft.com/office/drawing/2014/main" id="{F4378AAC-4778-5EC9-5D7F-526C1F3B3898}"/>
              </a:ext>
            </a:extLst>
          </p:cNvPr>
          <p:cNvSpPr txBox="1"/>
          <p:nvPr/>
        </p:nvSpPr>
        <p:spPr>
          <a:xfrm>
            <a:off x="10041448" y="3142323"/>
            <a:ext cx="1046206" cy="461665"/>
          </a:xfrm>
          <a:prstGeom prst="rect">
            <a:avLst/>
          </a:prstGeom>
          <a:noFill/>
        </p:spPr>
        <p:txBody>
          <a:bodyPr wrap="square" rtlCol="0">
            <a:spAutoFit/>
          </a:bodyPr>
          <a:lstStyle/>
          <a:p>
            <a:r>
              <a:rPr lang="en-US" sz="800" b="1"/>
              <a:t>KEYWORD</a:t>
            </a:r>
          </a:p>
          <a:p>
            <a:r>
              <a:rPr lang="en-US" sz="800"/>
              <a:t>HEX: 0000ff</a:t>
            </a:r>
          </a:p>
          <a:p>
            <a:r>
              <a:rPr lang="en-US" sz="800"/>
              <a:t>RGB: 0, 0, 255</a:t>
            </a:r>
          </a:p>
        </p:txBody>
      </p:sp>
      <p:sp>
        <p:nvSpPr>
          <p:cNvPr id="44" name="Rectangle 43">
            <a:extLst>
              <a:ext uri="{FF2B5EF4-FFF2-40B4-BE49-F238E27FC236}">
                <a16:creationId xmlns:a16="http://schemas.microsoft.com/office/drawing/2014/main" id="{BB791739-9FE3-876C-4F4B-B1A0B9D7C45E}"/>
              </a:ext>
            </a:extLst>
          </p:cNvPr>
          <p:cNvSpPr/>
          <p:nvPr/>
        </p:nvSpPr>
        <p:spPr>
          <a:xfrm>
            <a:off x="9601946" y="3142323"/>
            <a:ext cx="439502" cy="471732"/>
          </a:xfrm>
          <a:prstGeom prst="rec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5" name="TextBox 44">
            <a:extLst>
              <a:ext uri="{FF2B5EF4-FFF2-40B4-BE49-F238E27FC236}">
                <a16:creationId xmlns:a16="http://schemas.microsoft.com/office/drawing/2014/main" id="{BB84C731-5D62-E427-3210-E86D65CAFDC7}"/>
              </a:ext>
            </a:extLst>
          </p:cNvPr>
          <p:cNvSpPr txBox="1"/>
          <p:nvPr/>
        </p:nvSpPr>
        <p:spPr>
          <a:xfrm>
            <a:off x="8337481" y="3891966"/>
            <a:ext cx="1046206" cy="461665"/>
          </a:xfrm>
          <a:prstGeom prst="rect">
            <a:avLst/>
          </a:prstGeom>
          <a:noFill/>
        </p:spPr>
        <p:txBody>
          <a:bodyPr wrap="square" rtlCol="0">
            <a:spAutoFit/>
          </a:bodyPr>
          <a:lstStyle/>
          <a:p>
            <a:r>
              <a:rPr lang="en-US" sz="800" b="1"/>
              <a:t>STRING</a:t>
            </a:r>
          </a:p>
          <a:p>
            <a:r>
              <a:rPr lang="en-US" sz="800"/>
              <a:t>HEX: A020F6</a:t>
            </a:r>
          </a:p>
          <a:p>
            <a:r>
              <a:rPr lang="en-US" sz="800"/>
              <a:t>RGB: 160, 32, 240</a:t>
            </a:r>
          </a:p>
        </p:txBody>
      </p:sp>
      <p:sp>
        <p:nvSpPr>
          <p:cNvPr id="46" name="Rectangle 45">
            <a:extLst>
              <a:ext uri="{FF2B5EF4-FFF2-40B4-BE49-F238E27FC236}">
                <a16:creationId xmlns:a16="http://schemas.microsoft.com/office/drawing/2014/main" id="{48280F8B-ED13-104E-1BFE-E9735D93D8EF}"/>
              </a:ext>
            </a:extLst>
          </p:cNvPr>
          <p:cNvSpPr/>
          <p:nvPr/>
        </p:nvSpPr>
        <p:spPr>
          <a:xfrm>
            <a:off x="7897979" y="3891966"/>
            <a:ext cx="439502" cy="471732"/>
          </a:xfrm>
          <a:prstGeom prst="rect">
            <a:avLst/>
          </a:prstGeom>
          <a:solidFill>
            <a:srgbClr val="A02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7" name="TextBox 46">
            <a:extLst>
              <a:ext uri="{FF2B5EF4-FFF2-40B4-BE49-F238E27FC236}">
                <a16:creationId xmlns:a16="http://schemas.microsoft.com/office/drawing/2014/main" id="{41A7F86A-9A5D-D3F0-98F1-C96771362C8E}"/>
              </a:ext>
            </a:extLst>
          </p:cNvPr>
          <p:cNvSpPr txBox="1"/>
          <p:nvPr/>
        </p:nvSpPr>
        <p:spPr>
          <a:xfrm>
            <a:off x="10041448" y="3891966"/>
            <a:ext cx="1046206" cy="461665"/>
          </a:xfrm>
          <a:prstGeom prst="rect">
            <a:avLst/>
          </a:prstGeom>
          <a:noFill/>
        </p:spPr>
        <p:txBody>
          <a:bodyPr wrap="square" rtlCol="0">
            <a:spAutoFit/>
          </a:bodyPr>
          <a:lstStyle/>
          <a:p>
            <a:r>
              <a:rPr lang="en-US" sz="800" b="1"/>
              <a:t>COMMENT</a:t>
            </a:r>
          </a:p>
          <a:p>
            <a:r>
              <a:rPr lang="en-US" sz="800"/>
              <a:t>HEX: 228B22</a:t>
            </a:r>
          </a:p>
          <a:p>
            <a:r>
              <a:rPr lang="en-US" sz="800"/>
              <a:t>RGB: 34, 139, 34</a:t>
            </a:r>
          </a:p>
        </p:txBody>
      </p:sp>
      <p:sp>
        <p:nvSpPr>
          <p:cNvPr id="48" name="Rectangle 47">
            <a:extLst>
              <a:ext uri="{FF2B5EF4-FFF2-40B4-BE49-F238E27FC236}">
                <a16:creationId xmlns:a16="http://schemas.microsoft.com/office/drawing/2014/main" id="{C97132E0-511D-7270-88F4-4A235E38260F}"/>
              </a:ext>
            </a:extLst>
          </p:cNvPr>
          <p:cNvSpPr/>
          <p:nvPr/>
        </p:nvSpPr>
        <p:spPr>
          <a:xfrm>
            <a:off x="9601946" y="3891966"/>
            <a:ext cx="439502" cy="471732"/>
          </a:xfrm>
          <a:prstGeom prst="rect">
            <a:avLst/>
          </a:prstGeom>
          <a:solidFill>
            <a:srgbClr val="228B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9" name="TextBox 48">
            <a:extLst>
              <a:ext uri="{FF2B5EF4-FFF2-40B4-BE49-F238E27FC236}">
                <a16:creationId xmlns:a16="http://schemas.microsoft.com/office/drawing/2014/main" id="{741AAC7F-9477-56E6-0709-489AD1A33CF0}"/>
              </a:ext>
            </a:extLst>
          </p:cNvPr>
          <p:cNvSpPr txBox="1"/>
          <p:nvPr/>
        </p:nvSpPr>
        <p:spPr>
          <a:xfrm>
            <a:off x="8337481" y="4650077"/>
            <a:ext cx="1046206" cy="461665"/>
          </a:xfrm>
          <a:prstGeom prst="rect">
            <a:avLst/>
          </a:prstGeom>
          <a:noFill/>
        </p:spPr>
        <p:txBody>
          <a:bodyPr wrap="square" rtlCol="0">
            <a:spAutoFit/>
          </a:bodyPr>
          <a:lstStyle/>
          <a:p>
            <a:r>
              <a:rPr lang="en-US" sz="800" b="1"/>
              <a:t>WARNING</a:t>
            </a:r>
          </a:p>
          <a:p>
            <a:r>
              <a:rPr lang="en-US" sz="800"/>
              <a:t>HEX: FF6400</a:t>
            </a:r>
          </a:p>
          <a:p>
            <a:r>
              <a:rPr lang="en-US" sz="800"/>
              <a:t>RGB: 255, 100, 0</a:t>
            </a:r>
          </a:p>
        </p:txBody>
      </p:sp>
      <p:sp>
        <p:nvSpPr>
          <p:cNvPr id="50" name="Rectangle 49">
            <a:extLst>
              <a:ext uri="{FF2B5EF4-FFF2-40B4-BE49-F238E27FC236}">
                <a16:creationId xmlns:a16="http://schemas.microsoft.com/office/drawing/2014/main" id="{8DE317E7-E371-8845-BF26-61F362FC8386}"/>
              </a:ext>
            </a:extLst>
          </p:cNvPr>
          <p:cNvSpPr/>
          <p:nvPr/>
        </p:nvSpPr>
        <p:spPr>
          <a:xfrm>
            <a:off x="7897979" y="4650077"/>
            <a:ext cx="439502" cy="471732"/>
          </a:xfrm>
          <a:prstGeom prst="rect">
            <a:avLst/>
          </a:prstGeom>
          <a:solidFill>
            <a:srgbClr val="FF6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51" name="TextBox 50">
            <a:extLst>
              <a:ext uri="{FF2B5EF4-FFF2-40B4-BE49-F238E27FC236}">
                <a16:creationId xmlns:a16="http://schemas.microsoft.com/office/drawing/2014/main" id="{44330158-AC3F-BC3F-0F04-8B2997199683}"/>
              </a:ext>
            </a:extLst>
          </p:cNvPr>
          <p:cNvSpPr txBox="1"/>
          <p:nvPr/>
        </p:nvSpPr>
        <p:spPr>
          <a:xfrm>
            <a:off x="10041448" y="4650077"/>
            <a:ext cx="1046206" cy="461665"/>
          </a:xfrm>
          <a:prstGeom prst="rect">
            <a:avLst/>
          </a:prstGeom>
          <a:noFill/>
        </p:spPr>
        <p:txBody>
          <a:bodyPr wrap="square" rtlCol="0">
            <a:spAutoFit/>
          </a:bodyPr>
          <a:lstStyle/>
          <a:p>
            <a:r>
              <a:rPr lang="en-US" sz="800" b="1"/>
              <a:t>ERROR</a:t>
            </a:r>
          </a:p>
          <a:p>
            <a:r>
              <a:rPr lang="en-US" sz="800"/>
              <a:t>HEX: FF0000</a:t>
            </a:r>
          </a:p>
          <a:p>
            <a:r>
              <a:rPr lang="en-US" sz="800"/>
              <a:t>RGB: 255, 0, 0</a:t>
            </a:r>
          </a:p>
        </p:txBody>
      </p:sp>
      <p:sp>
        <p:nvSpPr>
          <p:cNvPr id="52" name="Rectangle 51">
            <a:extLst>
              <a:ext uri="{FF2B5EF4-FFF2-40B4-BE49-F238E27FC236}">
                <a16:creationId xmlns:a16="http://schemas.microsoft.com/office/drawing/2014/main" id="{67832B05-1679-C7E9-9E4C-CFE8773A1DA8}"/>
              </a:ext>
            </a:extLst>
          </p:cNvPr>
          <p:cNvSpPr/>
          <p:nvPr/>
        </p:nvSpPr>
        <p:spPr>
          <a:xfrm>
            <a:off x="9601946" y="4650077"/>
            <a:ext cx="439502" cy="47173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53" name="TextBox 52">
            <a:extLst>
              <a:ext uri="{FF2B5EF4-FFF2-40B4-BE49-F238E27FC236}">
                <a16:creationId xmlns:a16="http://schemas.microsoft.com/office/drawing/2014/main" id="{1126BB9E-E7D5-84C6-7312-60B49A960A32}"/>
              </a:ext>
            </a:extLst>
          </p:cNvPr>
          <p:cNvSpPr txBox="1"/>
          <p:nvPr/>
        </p:nvSpPr>
        <p:spPr>
          <a:xfrm>
            <a:off x="3624086" y="2759951"/>
            <a:ext cx="2114550" cy="230832"/>
          </a:xfrm>
          <a:prstGeom prst="rect">
            <a:avLst/>
          </a:prstGeom>
          <a:noFill/>
        </p:spPr>
        <p:txBody>
          <a:bodyPr wrap="square" rtlCol="0">
            <a:spAutoFit/>
          </a:bodyPr>
          <a:lstStyle/>
          <a:p>
            <a:r>
              <a:rPr lang="en-US" sz="900" b="1"/>
              <a:t>UTILITY COLORS</a:t>
            </a:r>
          </a:p>
        </p:txBody>
      </p:sp>
      <p:sp>
        <p:nvSpPr>
          <p:cNvPr id="54" name="TextBox 53">
            <a:extLst>
              <a:ext uri="{FF2B5EF4-FFF2-40B4-BE49-F238E27FC236}">
                <a16:creationId xmlns:a16="http://schemas.microsoft.com/office/drawing/2014/main" id="{86A3A00B-BED9-2504-5464-F47FC91FFA4B}"/>
              </a:ext>
            </a:extLst>
          </p:cNvPr>
          <p:cNvSpPr txBox="1"/>
          <p:nvPr/>
        </p:nvSpPr>
        <p:spPr>
          <a:xfrm>
            <a:off x="4480154" y="3033468"/>
            <a:ext cx="609600" cy="338554"/>
          </a:xfrm>
          <a:prstGeom prst="rect">
            <a:avLst/>
          </a:prstGeom>
          <a:noFill/>
        </p:spPr>
        <p:txBody>
          <a:bodyPr wrap="square" rtlCol="0">
            <a:spAutoFit/>
          </a:bodyPr>
          <a:lstStyle/>
          <a:p>
            <a:r>
              <a:rPr lang="en-US" sz="800"/>
              <a:t>HEX: </a:t>
            </a:r>
            <a:r>
              <a:rPr lang="en-US" sz="800">
                <a:solidFill>
                  <a:srgbClr val="1A1A1A"/>
                </a:solidFill>
                <a:highlight>
                  <a:srgbClr val="FFFFFF"/>
                </a:highlight>
                <a:latin typeface="Roboto" panose="02000000000000000000" pitchFamily="2" charset="0"/>
              </a:rPr>
              <a:t>B</a:t>
            </a:r>
            <a:r>
              <a:rPr lang="en-US" sz="800" b="0" i="0">
                <a:solidFill>
                  <a:srgbClr val="1A1A1A"/>
                </a:solidFill>
                <a:effectLst/>
                <a:highlight>
                  <a:srgbClr val="FFFFFF"/>
                </a:highlight>
                <a:latin typeface="Roboto" panose="02000000000000000000" pitchFamily="2" charset="0"/>
              </a:rPr>
              <a:t>7312C</a:t>
            </a:r>
            <a:endParaRPr lang="en-US" sz="800"/>
          </a:p>
        </p:txBody>
      </p:sp>
      <p:sp>
        <p:nvSpPr>
          <p:cNvPr id="55" name="Rectangle 54">
            <a:extLst>
              <a:ext uri="{FF2B5EF4-FFF2-40B4-BE49-F238E27FC236}">
                <a16:creationId xmlns:a16="http://schemas.microsoft.com/office/drawing/2014/main" id="{21512139-CAC5-7778-0BA3-84F6A4802530}"/>
              </a:ext>
            </a:extLst>
          </p:cNvPr>
          <p:cNvSpPr/>
          <p:nvPr/>
        </p:nvSpPr>
        <p:spPr>
          <a:xfrm>
            <a:off x="3737918" y="3033468"/>
            <a:ext cx="790420" cy="471732"/>
          </a:xfrm>
          <a:prstGeom prst="rect">
            <a:avLst/>
          </a:prstGeom>
          <a:solidFill>
            <a:srgbClr val="B731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56" name="TextBox 55">
            <a:extLst>
              <a:ext uri="{FF2B5EF4-FFF2-40B4-BE49-F238E27FC236}">
                <a16:creationId xmlns:a16="http://schemas.microsoft.com/office/drawing/2014/main" id="{4E57523F-9327-C1C3-03A5-05089FB6A977}"/>
              </a:ext>
            </a:extLst>
          </p:cNvPr>
          <p:cNvSpPr txBox="1"/>
          <p:nvPr/>
        </p:nvSpPr>
        <p:spPr>
          <a:xfrm>
            <a:off x="4504161" y="3885914"/>
            <a:ext cx="609600" cy="338554"/>
          </a:xfrm>
          <a:prstGeom prst="rect">
            <a:avLst/>
          </a:prstGeom>
          <a:noFill/>
        </p:spPr>
        <p:txBody>
          <a:bodyPr wrap="square" rtlCol="0">
            <a:spAutoFit/>
          </a:bodyPr>
          <a:lstStyle/>
          <a:p>
            <a:r>
              <a:rPr lang="en-US" sz="800"/>
              <a:t>HEX: </a:t>
            </a:r>
            <a:r>
              <a:rPr lang="en-US" sz="800">
                <a:solidFill>
                  <a:srgbClr val="1A1A1A"/>
                </a:solidFill>
                <a:highlight>
                  <a:srgbClr val="FFFFFF"/>
                </a:highlight>
                <a:latin typeface="Roboto" panose="02000000000000000000" pitchFamily="2" charset="0"/>
              </a:rPr>
              <a:t>F2A</a:t>
            </a:r>
            <a:r>
              <a:rPr lang="en-US" sz="800" b="0" i="0">
                <a:solidFill>
                  <a:srgbClr val="1A1A1A"/>
                </a:solidFill>
                <a:effectLst/>
                <a:highlight>
                  <a:srgbClr val="FFFFFF"/>
                </a:highlight>
                <a:latin typeface="Roboto" panose="02000000000000000000" pitchFamily="2" charset="0"/>
              </a:rPr>
              <a:t>900</a:t>
            </a:r>
            <a:endParaRPr lang="en-US" sz="800"/>
          </a:p>
        </p:txBody>
      </p:sp>
      <p:sp>
        <p:nvSpPr>
          <p:cNvPr id="57" name="Rectangle 56">
            <a:extLst>
              <a:ext uri="{FF2B5EF4-FFF2-40B4-BE49-F238E27FC236}">
                <a16:creationId xmlns:a16="http://schemas.microsoft.com/office/drawing/2014/main" id="{D10BAE22-5574-A44C-82E2-C52912895523}"/>
              </a:ext>
            </a:extLst>
          </p:cNvPr>
          <p:cNvSpPr/>
          <p:nvPr/>
        </p:nvSpPr>
        <p:spPr>
          <a:xfrm>
            <a:off x="3737598" y="3819325"/>
            <a:ext cx="790420" cy="471732"/>
          </a:xfrm>
          <a:prstGeom prst="rect">
            <a:avLst/>
          </a:prstGeom>
          <a:solidFill>
            <a:srgbClr val="F2A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58" name="TextBox 57">
            <a:extLst>
              <a:ext uri="{FF2B5EF4-FFF2-40B4-BE49-F238E27FC236}">
                <a16:creationId xmlns:a16="http://schemas.microsoft.com/office/drawing/2014/main" id="{81D363B7-1294-9A15-8C39-FBA802B79D43}"/>
              </a:ext>
            </a:extLst>
          </p:cNvPr>
          <p:cNvSpPr txBox="1"/>
          <p:nvPr/>
        </p:nvSpPr>
        <p:spPr>
          <a:xfrm>
            <a:off x="4521763" y="4709425"/>
            <a:ext cx="609600" cy="338554"/>
          </a:xfrm>
          <a:prstGeom prst="rect">
            <a:avLst/>
          </a:prstGeom>
          <a:noFill/>
        </p:spPr>
        <p:txBody>
          <a:bodyPr wrap="square" rtlCol="0">
            <a:spAutoFit/>
          </a:bodyPr>
          <a:lstStyle/>
          <a:p>
            <a:r>
              <a:rPr lang="en-US" sz="800"/>
              <a:t>HEX: 48A23F</a:t>
            </a:r>
          </a:p>
        </p:txBody>
      </p:sp>
      <p:sp>
        <p:nvSpPr>
          <p:cNvPr id="59" name="Rectangle 58">
            <a:extLst>
              <a:ext uri="{FF2B5EF4-FFF2-40B4-BE49-F238E27FC236}">
                <a16:creationId xmlns:a16="http://schemas.microsoft.com/office/drawing/2014/main" id="{A95A4474-6CA8-E407-ED72-8AB401FB6FEB}"/>
              </a:ext>
            </a:extLst>
          </p:cNvPr>
          <p:cNvSpPr/>
          <p:nvPr/>
        </p:nvSpPr>
        <p:spPr>
          <a:xfrm>
            <a:off x="3755200" y="4642836"/>
            <a:ext cx="790420" cy="471732"/>
          </a:xfrm>
          <a:prstGeom prst="rect">
            <a:avLst/>
          </a:prstGeom>
          <a:solidFill>
            <a:srgbClr val="48A2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0" name="TextBox 59">
            <a:extLst>
              <a:ext uri="{FF2B5EF4-FFF2-40B4-BE49-F238E27FC236}">
                <a16:creationId xmlns:a16="http://schemas.microsoft.com/office/drawing/2014/main" id="{07A4C463-0893-01E5-3DEC-28C032542E22}"/>
              </a:ext>
            </a:extLst>
          </p:cNvPr>
          <p:cNvSpPr txBox="1"/>
          <p:nvPr/>
        </p:nvSpPr>
        <p:spPr>
          <a:xfrm>
            <a:off x="5912953" y="3033468"/>
            <a:ext cx="609600" cy="338554"/>
          </a:xfrm>
          <a:prstGeom prst="rect">
            <a:avLst/>
          </a:prstGeom>
          <a:noFill/>
        </p:spPr>
        <p:txBody>
          <a:bodyPr wrap="square" rtlCol="0">
            <a:spAutoFit/>
          </a:bodyPr>
          <a:lstStyle/>
          <a:p>
            <a:r>
              <a:rPr lang="en-US" sz="800"/>
              <a:t>HEX: 00A9E0</a:t>
            </a:r>
          </a:p>
        </p:txBody>
      </p:sp>
      <p:sp>
        <p:nvSpPr>
          <p:cNvPr id="61" name="Rectangle 60">
            <a:extLst>
              <a:ext uri="{FF2B5EF4-FFF2-40B4-BE49-F238E27FC236}">
                <a16:creationId xmlns:a16="http://schemas.microsoft.com/office/drawing/2014/main" id="{A7565F92-D91C-C250-8D4A-6182269358A0}"/>
              </a:ext>
            </a:extLst>
          </p:cNvPr>
          <p:cNvSpPr/>
          <p:nvPr/>
        </p:nvSpPr>
        <p:spPr>
          <a:xfrm>
            <a:off x="5170717" y="3033468"/>
            <a:ext cx="790420" cy="471732"/>
          </a:xfrm>
          <a:prstGeom prst="rect">
            <a:avLst/>
          </a:prstGeom>
          <a:solidFill>
            <a:srgbClr val="00A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2" name="TextBox 61">
            <a:extLst>
              <a:ext uri="{FF2B5EF4-FFF2-40B4-BE49-F238E27FC236}">
                <a16:creationId xmlns:a16="http://schemas.microsoft.com/office/drawing/2014/main" id="{B9419503-837D-CDF2-CCB4-D0D3F895A81B}"/>
              </a:ext>
            </a:extLst>
          </p:cNvPr>
          <p:cNvSpPr txBox="1"/>
          <p:nvPr/>
        </p:nvSpPr>
        <p:spPr>
          <a:xfrm>
            <a:off x="5955172" y="3875743"/>
            <a:ext cx="609600" cy="338554"/>
          </a:xfrm>
          <a:prstGeom prst="rect">
            <a:avLst/>
          </a:prstGeom>
          <a:noFill/>
        </p:spPr>
        <p:txBody>
          <a:bodyPr wrap="square" rtlCol="0">
            <a:spAutoFit/>
          </a:bodyPr>
          <a:lstStyle/>
          <a:p>
            <a:r>
              <a:rPr lang="en-US" sz="800"/>
              <a:t>HEX: </a:t>
            </a:r>
            <a:r>
              <a:rPr lang="en-US" sz="800" b="0" i="0">
                <a:solidFill>
                  <a:srgbClr val="1A1A1A"/>
                </a:solidFill>
                <a:effectLst/>
                <a:highlight>
                  <a:srgbClr val="FFFFFF"/>
                </a:highlight>
                <a:latin typeface="Roboto" panose="02000000000000000000" pitchFamily="2" charset="0"/>
              </a:rPr>
              <a:t>715091</a:t>
            </a:r>
            <a:endParaRPr lang="en-US" sz="800"/>
          </a:p>
        </p:txBody>
      </p:sp>
      <p:sp>
        <p:nvSpPr>
          <p:cNvPr id="63" name="Rectangle 62">
            <a:extLst>
              <a:ext uri="{FF2B5EF4-FFF2-40B4-BE49-F238E27FC236}">
                <a16:creationId xmlns:a16="http://schemas.microsoft.com/office/drawing/2014/main" id="{E2964619-BEF3-EB0B-3BCB-FD079E3EA9D0}"/>
              </a:ext>
            </a:extLst>
          </p:cNvPr>
          <p:cNvSpPr/>
          <p:nvPr/>
        </p:nvSpPr>
        <p:spPr>
          <a:xfrm>
            <a:off x="5188609" y="3809154"/>
            <a:ext cx="790420" cy="471732"/>
          </a:xfrm>
          <a:prstGeom prst="rect">
            <a:avLst/>
          </a:prstGeom>
          <a:solidFill>
            <a:srgbClr val="7150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4" name="TextBox 63">
            <a:extLst>
              <a:ext uri="{FF2B5EF4-FFF2-40B4-BE49-F238E27FC236}">
                <a16:creationId xmlns:a16="http://schemas.microsoft.com/office/drawing/2014/main" id="{E81FFF42-5369-C9A0-4E4A-44AC7D981E81}"/>
              </a:ext>
            </a:extLst>
          </p:cNvPr>
          <p:cNvSpPr txBox="1"/>
          <p:nvPr/>
        </p:nvSpPr>
        <p:spPr>
          <a:xfrm>
            <a:off x="5955172" y="4686730"/>
            <a:ext cx="609600" cy="338554"/>
          </a:xfrm>
          <a:prstGeom prst="rect">
            <a:avLst/>
          </a:prstGeom>
          <a:noFill/>
        </p:spPr>
        <p:txBody>
          <a:bodyPr wrap="square" rtlCol="0">
            <a:spAutoFit/>
          </a:bodyPr>
          <a:lstStyle/>
          <a:p>
            <a:r>
              <a:rPr lang="en-US" sz="800"/>
              <a:t>HEX: </a:t>
            </a:r>
            <a:r>
              <a:rPr lang="en-US" sz="800" b="0" i="0">
                <a:solidFill>
                  <a:srgbClr val="1A1A1A"/>
                </a:solidFill>
                <a:effectLst/>
                <a:highlight>
                  <a:srgbClr val="FFFFFF"/>
                </a:highlight>
                <a:latin typeface="Roboto" panose="02000000000000000000" pitchFamily="2" charset="0"/>
              </a:rPr>
              <a:t>636569</a:t>
            </a:r>
            <a:endParaRPr lang="en-US" sz="800"/>
          </a:p>
        </p:txBody>
      </p:sp>
      <p:sp>
        <p:nvSpPr>
          <p:cNvPr id="65" name="Rectangle 64">
            <a:extLst>
              <a:ext uri="{FF2B5EF4-FFF2-40B4-BE49-F238E27FC236}">
                <a16:creationId xmlns:a16="http://schemas.microsoft.com/office/drawing/2014/main" id="{A9F7FFD4-B088-23FB-1B69-07DE487D9B97}"/>
              </a:ext>
            </a:extLst>
          </p:cNvPr>
          <p:cNvSpPr/>
          <p:nvPr/>
        </p:nvSpPr>
        <p:spPr>
          <a:xfrm>
            <a:off x="5188609" y="4620141"/>
            <a:ext cx="790420" cy="471732"/>
          </a:xfrm>
          <a:prstGeom prst="rect">
            <a:avLst/>
          </a:prstGeom>
          <a:solidFill>
            <a:srgbClr val="6365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6" name="Rectangle 65">
            <a:extLst>
              <a:ext uri="{FF2B5EF4-FFF2-40B4-BE49-F238E27FC236}">
                <a16:creationId xmlns:a16="http://schemas.microsoft.com/office/drawing/2014/main" id="{CB3DEEFE-B191-814B-A5A4-90DD0AB3D521}"/>
              </a:ext>
            </a:extLst>
          </p:cNvPr>
          <p:cNvSpPr>
            <a:spLocks/>
          </p:cNvSpPr>
          <p:nvPr/>
        </p:nvSpPr>
        <p:spPr>
          <a:xfrm>
            <a:off x="711202" y="5520413"/>
            <a:ext cx="10511862" cy="587522"/>
          </a:xfrm>
          <a:prstGeom prst="rect">
            <a:avLst/>
          </a:prstGeom>
          <a:solidFill>
            <a:schemeClr val="bg1"/>
          </a:solidFill>
          <a:ln w="6350">
            <a:solidFill>
              <a:schemeClr val="bg1">
                <a:lumMod val="85000"/>
              </a:schemeClr>
            </a:solidFill>
          </a:ln>
          <a:effectLst>
            <a:outerShdw blurRad="50800" dist="38100" dir="2700000" algn="tl"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r>
              <a:rPr lang="en-US" sz="1200" dirty="0">
                <a:solidFill>
                  <a:schemeClr val="tx1"/>
                </a:solidFill>
                <a:latin typeface="Arial" pitchFamily="34" charset="0"/>
                <a:cs typeface="Arial" pitchFamily="34" charset="0"/>
              </a:rPr>
              <a:t>Swatches of these colors are included below. To apply them, select the element you’d like to apply a color to, select </a:t>
            </a:r>
            <a:br>
              <a:rPr lang="en-US" sz="1200" dirty="0">
                <a:solidFill>
                  <a:schemeClr val="tx1"/>
                </a:solidFill>
                <a:latin typeface="Arial" pitchFamily="34" charset="0"/>
                <a:cs typeface="Arial" pitchFamily="34" charset="0"/>
              </a:rPr>
            </a:br>
            <a:r>
              <a:rPr lang="en-US" sz="1200" dirty="0">
                <a:solidFill>
                  <a:schemeClr val="tx1"/>
                </a:solidFill>
                <a:latin typeface="Arial" pitchFamily="34" charset="0"/>
                <a:cs typeface="Arial" pitchFamily="34" charset="0"/>
              </a:rPr>
              <a:t>the eyedropper tool from the appropriate color palette menu, and click the swatch for the color you’d like to apply.</a:t>
            </a:r>
          </a:p>
        </p:txBody>
      </p:sp>
      <p:pic>
        <p:nvPicPr>
          <p:cNvPr id="67" name="Picture 66">
            <a:extLst>
              <a:ext uri="{FF2B5EF4-FFF2-40B4-BE49-F238E27FC236}">
                <a16:creationId xmlns:a16="http://schemas.microsoft.com/office/drawing/2014/main" id="{579D7514-4D45-5659-C53C-8DA9027FEDEE}"/>
              </a:ext>
            </a:extLst>
          </p:cNvPr>
          <p:cNvPicPr>
            <a:picLocks noChangeAspect="1"/>
          </p:cNvPicPr>
          <p:nvPr/>
        </p:nvPicPr>
        <p:blipFill>
          <a:blip r:embed="rId3"/>
          <a:stretch>
            <a:fillRect/>
          </a:stretch>
        </p:blipFill>
        <p:spPr>
          <a:xfrm>
            <a:off x="9533286" y="5678115"/>
            <a:ext cx="908097" cy="273064"/>
          </a:xfrm>
          <a:prstGeom prst="rect">
            <a:avLst/>
          </a:prstGeom>
        </p:spPr>
      </p:pic>
      <p:sp>
        <p:nvSpPr>
          <p:cNvPr id="6" name="TextBox 5">
            <a:extLst>
              <a:ext uri="{FF2B5EF4-FFF2-40B4-BE49-F238E27FC236}">
                <a16:creationId xmlns:a16="http://schemas.microsoft.com/office/drawing/2014/main" id="{57EC9824-8F02-78F8-D7DC-F0E1CCC2BA8F}"/>
              </a:ext>
            </a:extLst>
          </p:cNvPr>
          <p:cNvSpPr txBox="1"/>
          <p:nvPr/>
        </p:nvSpPr>
        <p:spPr>
          <a:xfrm>
            <a:off x="711202" y="6181045"/>
            <a:ext cx="10769601" cy="370248"/>
          </a:xfrm>
          <a:prstGeom prst="rect">
            <a:avLst/>
          </a:prstGeom>
          <a:noFill/>
        </p:spPr>
        <p:txBody>
          <a:bodyPr wrap="square" rtlCol="0">
            <a:spAutoFit/>
          </a:bodyPr>
          <a:lstStyle/>
          <a:p>
            <a:pPr algn="ctr"/>
            <a:r>
              <a:rPr lang="en-US" sz="1805" b="1" i="1" dirty="0">
                <a:solidFill>
                  <a:schemeClr val="accent1"/>
                </a:solidFill>
                <a:latin typeface="Arial" pitchFamily="34" charset="0"/>
                <a:cs typeface="Arial" pitchFamily="34" charset="0"/>
              </a:rPr>
              <a:t>V26.0</a:t>
            </a:r>
            <a:r>
              <a:rPr lang="en-US" sz="1805" i="1" dirty="0">
                <a:solidFill>
                  <a:schemeClr val="accent1"/>
                </a:solidFill>
                <a:latin typeface="Arial" pitchFamily="34" charset="0"/>
                <a:cs typeface="Arial" pitchFamily="34" charset="0"/>
              </a:rPr>
              <a:t>  Delete this slide before finalizing your presentation.</a:t>
            </a:r>
          </a:p>
        </p:txBody>
      </p:sp>
    </p:spTree>
    <p:extLst>
      <p:ext uri="{BB962C8B-B14F-4D97-AF65-F5344CB8AC3E}">
        <p14:creationId xmlns:p14="http://schemas.microsoft.com/office/powerpoint/2010/main" val="4279994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sp>
        <p:nvSpPr>
          <p:cNvPr id="4" name="Content Placeholder 3"/>
          <p:cNvSpPr>
            <a:spLocks noGrp="1"/>
          </p:cNvSpPr>
          <p:nvPr>
            <p:ph idx="1"/>
          </p:nvPr>
        </p:nvSpPr>
        <p:spPr/>
        <p:txBody>
          <a:bodyPr/>
          <a:lstStyle/>
          <a:p>
            <a:endParaRPr lang="en-US"/>
          </a:p>
        </p:txBody>
      </p:sp>
    </p:spTree>
    <p:extLst>
      <p:ext uri="{BB962C8B-B14F-4D97-AF65-F5344CB8AC3E}">
        <p14:creationId xmlns:p14="http://schemas.microsoft.com/office/powerpoint/2010/main" val="1999264887"/>
      </p:ext>
    </p:extLst>
  </p:cSld>
  <p:clrMapOvr>
    <a:masterClrMapping/>
  </p:clrMapOvr>
</p:sld>
</file>

<file path=ppt/theme/theme1.xml><?xml version="1.0" encoding="utf-8"?>
<a:theme xmlns:a="http://schemas.openxmlformats.org/drawingml/2006/main" name="MW_Confidential_widescreen">
  <a:themeElements>
    <a:clrScheme name="MW">
      <a:dk1>
        <a:srgbClr val="000000"/>
      </a:dk1>
      <a:lt1>
        <a:srgbClr val="FFFFFF"/>
      </a:lt1>
      <a:dk2>
        <a:srgbClr val="0076A8"/>
      </a:dk2>
      <a:lt2>
        <a:srgbClr val="ECF5F8"/>
      </a:lt2>
      <a:accent1>
        <a:srgbClr val="D78824"/>
      </a:accent1>
      <a:accent2>
        <a:srgbClr val="004B87"/>
      </a:accent2>
      <a:accent3>
        <a:srgbClr val="00A9E0"/>
      </a:accent3>
      <a:accent4>
        <a:srgbClr val="F2A900"/>
      </a:accent4>
      <a:accent5>
        <a:srgbClr val="B7302C"/>
      </a:accent5>
      <a:accent6>
        <a:srgbClr val="48A23F"/>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b="1" dirty="0" smtClean="0">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5">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dirty="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MathWorks Confidential PowerPoint Template" id="{B4C6A8B8-9B3E-7942-8E42-7A369E2F672B}" vid="{E2FE8046-865E-6A48-A2D0-74737AC52C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8BDF109259C3742B70118398EA662DF" ma:contentTypeVersion="4" ma:contentTypeDescription="Create a new document." ma:contentTypeScope="" ma:versionID="685566423c5dd230aba5d55ba4d04239">
  <xsd:schema xmlns:xsd="http://www.w3.org/2001/XMLSchema" xmlns:xs="http://www.w3.org/2001/XMLSchema" xmlns:p="http://schemas.microsoft.com/office/2006/metadata/properties" xmlns:ns2="c0427815-c159-405c-a9c3-9204bd95a48e" targetNamespace="http://schemas.microsoft.com/office/2006/metadata/properties" ma:root="true" ma:fieldsID="db0a9b8f4106c642c10fea28b3543bf4" ns2:_="">
    <xsd:import namespace="c0427815-c159-405c-a9c3-9204bd95a48e"/>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427815-c159-405c-a9c3-9204bd95a4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BDD87A3-60BC-4F44-97BA-A7ABDE6F911C}">
  <ds:schemaRefs>
    <ds:schemaRef ds:uri="19f94994-4311-4823-a682-47492cb9e3e3"/>
    <ds:schemaRef ds:uri="http://schemas.microsoft.com/office/2006/metadata/properties"/>
    <ds:schemaRef ds:uri="http://purl.org/dc/terms/"/>
    <ds:schemaRef ds:uri="http://schemas.microsoft.com/office/2006/documentManagement/types"/>
    <ds:schemaRef ds:uri="http://www.w3.org/XML/1998/namespace"/>
    <ds:schemaRef ds:uri="http://schemas.microsoft.com/office/infopath/2007/PartnerControls"/>
    <ds:schemaRef ds:uri="http://purl.org/dc/elements/1.1/"/>
    <ds:schemaRef ds:uri="http://purl.org/dc/dcmitype/"/>
    <ds:schemaRef ds:uri="http://schemas.openxmlformats.org/package/2006/metadata/core-properties"/>
    <ds:schemaRef ds:uri="a70944c9-f5be-4b0f-89c7-00caf47c665c"/>
    <ds:schemaRef ds:uri="http://schemas.microsoft.com/sharepoint/v3"/>
  </ds:schemaRefs>
</ds:datastoreItem>
</file>

<file path=customXml/itemProps2.xml><?xml version="1.0" encoding="utf-8"?>
<ds:datastoreItem xmlns:ds="http://schemas.openxmlformats.org/officeDocument/2006/customXml" ds:itemID="{D8A6DA7D-A86D-4EB8-B0A8-19426557D9A1}">
  <ds:schemaRefs>
    <ds:schemaRef ds:uri="http://schemas.microsoft.com/sharepoint/v3/contenttype/forms"/>
  </ds:schemaRefs>
</ds:datastoreItem>
</file>

<file path=customXml/itemProps3.xml><?xml version="1.0" encoding="utf-8"?>
<ds:datastoreItem xmlns:ds="http://schemas.openxmlformats.org/officeDocument/2006/customXml" ds:itemID="{3C65ED09-8448-482D-AC24-2CF646B789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427815-c159-405c-a9c3-9204bd95a4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MathWorks Confidential PowerPoint Template</Template>
  <TotalTime>0</TotalTime>
  <Words>668</Words>
  <Application>Microsoft Office PowerPoint</Application>
  <PresentationFormat>Widescreen</PresentationFormat>
  <Paragraphs>80</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Courier New</vt:lpstr>
      <vt:lpstr>Roboto</vt:lpstr>
      <vt:lpstr>Wingdings</vt:lpstr>
      <vt:lpstr>MW_Confidential_widescreen</vt:lpstr>
      <vt:lpstr>Presentation Title</vt:lpstr>
      <vt:lpstr>PowerPoint Resources</vt:lpstr>
      <vt:lpstr>Image Resources</vt:lpstr>
      <vt:lpstr>Image Resources</vt:lpstr>
      <vt:lpstr>Using the Corporate Template</vt:lpstr>
      <vt:lpstr>Color Palette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Li Dang</dc:creator>
  <cp:keywords>Version 26.0</cp:keywords>
  <dc:description/>
  <cp:lastModifiedBy>Li Dang</cp:lastModifiedBy>
  <cp:revision>1</cp:revision>
  <dcterms:created xsi:type="dcterms:W3CDTF">2026-08-04T16:10:43Z</dcterms:created>
  <dcterms:modified xsi:type="dcterms:W3CDTF">2026-08-04T16:11:08Z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441712758</vt:i4>
  </property>
  <property fmtid="{D5CDD505-2E9C-101B-9397-08002B2CF9AE}" pid="3" name="_NewReviewCycle">
    <vt:lpwstr/>
  </property>
  <property fmtid="{D5CDD505-2E9C-101B-9397-08002B2CF9AE}" pid="4" name="_EmailSubject">
    <vt:lpwstr>Quick PPT question</vt:lpwstr>
  </property>
  <property fmtid="{D5CDD505-2E9C-101B-9397-08002B2CF9AE}" pid="5" name="_AuthorEmail">
    <vt:lpwstr>Julie.Cornell@mathworks.com</vt:lpwstr>
  </property>
  <property fmtid="{D5CDD505-2E9C-101B-9397-08002B2CF9AE}" pid="6" name="_AuthorEmailDisplayName">
    <vt:lpwstr>Julie Cornell</vt:lpwstr>
  </property>
  <property fmtid="{D5CDD505-2E9C-101B-9397-08002B2CF9AE}" pid="7" name="ContentTypeId">
    <vt:lpwstr>0x010100E8BDF109259C3742B70118398EA662DF</vt:lpwstr>
  </property>
  <property fmtid="{D5CDD505-2E9C-101B-9397-08002B2CF9AE}" pid="8" name="Order">
    <vt:r8>47491400</vt:r8>
  </property>
  <property fmtid="{D5CDD505-2E9C-101B-9397-08002B2CF9AE}" pid="9" name="xd_Signature">
    <vt:bool>false</vt:bool>
  </property>
  <property fmtid="{D5CDD505-2E9C-101B-9397-08002B2CF9AE}" pid="10" name="xd_ProgID">
    <vt:lpwstr/>
  </property>
  <property fmtid="{D5CDD505-2E9C-101B-9397-08002B2CF9AE}" pid="11" name="ComplianceAssetId">
    <vt:lpwstr/>
  </property>
  <property fmtid="{D5CDD505-2E9C-101B-9397-08002B2CF9AE}" pid="12" name="TemplateUrl">
    <vt:lpwstr/>
  </property>
  <property fmtid="{D5CDD505-2E9C-101B-9397-08002B2CF9AE}" pid="13" name="MediaServiceImageTags">
    <vt:lpwstr/>
  </property>
</Properties>
</file>